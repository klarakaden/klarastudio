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8" r:id="rId2"/>
    <p:sldId id="259" r:id="rId3"/>
    <p:sldId id="260" r:id="rId4"/>
    <p:sldId id="261" r:id="rId5"/>
    <p:sldId id="262" r:id="rId6"/>
    <p:sldId id="263" r:id="rId7"/>
    <p:sldId id="264" r:id="rId8"/>
    <p:sldId id="265" r:id="rId9"/>
  </p:sldIdLst>
  <p:sldSz cx="7559675" cy="10691813"/>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8" userDrawn="1">
          <p15:clr>
            <a:srgbClr val="A4A3A4"/>
          </p15:clr>
        </p15:guide>
        <p15:guide id="2" pos="238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6401F"/>
    <a:srgbClr val="0000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120" autoAdjust="0"/>
    <p:restoredTop sz="94660"/>
  </p:normalViewPr>
  <p:slideViewPr>
    <p:cSldViewPr snapToGrid="0">
      <p:cViewPr varScale="1">
        <p:scale>
          <a:sx n="131" d="100"/>
          <a:sy n="131" d="100"/>
        </p:scale>
        <p:origin x="2232" y="208"/>
      </p:cViewPr>
      <p:guideLst>
        <p:guide orient="horz" pos="3368"/>
        <p:guide pos="23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667"/>
            </a:lvl1pPr>
          </a:lstStyle>
          <a:p>
            <a:r>
              <a:rPr lang="de-DE"/>
              <a:t>Mastertitelformat bearbeiten</a:t>
            </a:r>
            <a:endParaRPr lang="en-US" dirty="0"/>
          </a:p>
        </p:txBody>
      </p:sp>
      <p:sp>
        <p:nvSpPr>
          <p:cNvPr id="3" name="Subtitle 2"/>
          <p:cNvSpPr>
            <a:spLocks noGrp="1"/>
          </p:cNvSpPr>
          <p:nvPr>
            <p:ph type="subTitle" idx="1"/>
          </p:nvPr>
        </p:nvSpPr>
        <p:spPr>
          <a:xfrm>
            <a:off x="944960" y="5615680"/>
            <a:ext cx="5669756" cy="2581379"/>
          </a:xfrm>
        </p:spPr>
        <p:txBody>
          <a:bodyPr/>
          <a:lstStyle>
            <a:lvl1pPr marL="0" indent="0" algn="ctr">
              <a:buNone/>
              <a:defRPr sz="1838"/>
            </a:lvl1pPr>
            <a:lvl2pPr marL="356314" indent="0" algn="ctr">
              <a:buNone/>
              <a:defRPr sz="1556"/>
            </a:lvl2pPr>
            <a:lvl3pPr marL="712629" indent="0" algn="ctr">
              <a:buNone/>
              <a:defRPr sz="1343"/>
            </a:lvl3pPr>
            <a:lvl4pPr marL="1068943" indent="0" algn="ctr">
              <a:buNone/>
              <a:defRPr sz="1202"/>
            </a:lvl4pPr>
            <a:lvl5pPr marL="1425256" indent="0" algn="ctr">
              <a:buNone/>
              <a:defRPr sz="1202"/>
            </a:lvl5pPr>
            <a:lvl6pPr marL="1781572" indent="0" algn="ctr">
              <a:buNone/>
              <a:defRPr sz="1202"/>
            </a:lvl6pPr>
            <a:lvl7pPr marL="2137885" indent="0" algn="ctr">
              <a:buNone/>
              <a:defRPr sz="1202"/>
            </a:lvl7pPr>
            <a:lvl8pPr marL="2494200" indent="0" algn="ctr">
              <a:buNone/>
              <a:defRPr sz="1202"/>
            </a:lvl8pPr>
            <a:lvl9pPr marL="2850514" indent="0" algn="ctr">
              <a:buNone/>
              <a:defRPr sz="1202"/>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99C71F06-3930-4623-BF6E-B067CF573E71}" type="datetimeFigureOut">
              <a:rPr lang="de-DE" smtClean="0">
                <a:solidFill>
                  <a:prstClr val="black">
                    <a:tint val="75000"/>
                  </a:prstClr>
                </a:solidFill>
              </a:rPr>
              <a:pPr/>
              <a:t>23.08.24</a:t>
            </a:fld>
            <a:endParaRPr lang="de-DE">
              <a:solidFill>
                <a:prstClr val="black">
                  <a:tint val="75000"/>
                </a:prstClr>
              </a:solidFill>
            </a:endParaRPr>
          </a:p>
        </p:txBody>
      </p:sp>
      <p:sp>
        <p:nvSpPr>
          <p:cNvPr id="5" name="Footer Placeholder 4"/>
          <p:cNvSpPr>
            <a:spLocks noGrp="1"/>
          </p:cNvSpPr>
          <p:nvPr>
            <p:ph type="ftr" sz="quarter" idx="11"/>
          </p:nvPr>
        </p:nvSpPr>
        <p:spPr/>
        <p:txBody>
          <a:bodyPr/>
          <a:lstStyle/>
          <a:p>
            <a:endParaRPr lang="de-DE">
              <a:solidFill>
                <a:prstClr val="black">
                  <a:tint val="75000"/>
                </a:prstClr>
              </a:solidFill>
            </a:endParaRPr>
          </a:p>
        </p:txBody>
      </p:sp>
      <p:sp>
        <p:nvSpPr>
          <p:cNvPr id="6" name="Slide Number Placeholder 5"/>
          <p:cNvSpPr>
            <a:spLocks noGrp="1"/>
          </p:cNvSpPr>
          <p:nvPr>
            <p:ph type="sldNum" sz="quarter" idx="12"/>
          </p:nvPr>
        </p:nvSpPr>
        <p:spPr/>
        <p:txBody>
          <a:bodyPr/>
          <a:lstStyle/>
          <a:p>
            <a:fld id="{C5E02223-992A-4FA4-9C1B-F64AB1BA9223}"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662294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99C71F06-3930-4623-BF6E-B067CF573E71}" type="datetimeFigureOut">
              <a:rPr lang="de-DE" smtClean="0">
                <a:solidFill>
                  <a:prstClr val="black">
                    <a:tint val="75000"/>
                  </a:prstClr>
                </a:solidFill>
              </a:rPr>
              <a:pPr/>
              <a:t>23.08.24</a:t>
            </a:fld>
            <a:endParaRPr lang="de-DE">
              <a:solidFill>
                <a:prstClr val="black">
                  <a:tint val="75000"/>
                </a:prstClr>
              </a:solidFill>
            </a:endParaRPr>
          </a:p>
        </p:txBody>
      </p:sp>
      <p:sp>
        <p:nvSpPr>
          <p:cNvPr id="5" name="Footer Placeholder 4"/>
          <p:cNvSpPr>
            <a:spLocks noGrp="1"/>
          </p:cNvSpPr>
          <p:nvPr>
            <p:ph type="ftr" sz="quarter" idx="11"/>
          </p:nvPr>
        </p:nvSpPr>
        <p:spPr/>
        <p:txBody>
          <a:bodyPr/>
          <a:lstStyle/>
          <a:p>
            <a:endParaRPr lang="de-DE">
              <a:solidFill>
                <a:prstClr val="black">
                  <a:tint val="75000"/>
                </a:prstClr>
              </a:solidFill>
            </a:endParaRPr>
          </a:p>
        </p:txBody>
      </p:sp>
      <p:sp>
        <p:nvSpPr>
          <p:cNvPr id="6" name="Slide Number Placeholder 5"/>
          <p:cNvSpPr>
            <a:spLocks noGrp="1"/>
          </p:cNvSpPr>
          <p:nvPr>
            <p:ph type="sldNum" sz="quarter" idx="12"/>
          </p:nvPr>
        </p:nvSpPr>
        <p:spPr/>
        <p:txBody>
          <a:bodyPr/>
          <a:lstStyle/>
          <a:p>
            <a:fld id="{C5E02223-992A-4FA4-9C1B-F64AB1BA9223}"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1816275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1"/>
            <a:ext cx="6520220" cy="4447496"/>
          </a:xfrm>
        </p:spPr>
        <p:txBody>
          <a:bodyPr anchor="b"/>
          <a:lstStyle>
            <a:lvl1pPr>
              <a:defRPr sz="4667"/>
            </a:lvl1pPr>
          </a:lstStyle>
          <a:p>
            <a:r>
              <a:rPr lang="de-DE"/>
              <a:t>Mastertitelformat bearbeiten</a:t>
            </a:r>
            <a:endParaRPr lang="en-US" dirty="0"/>
          </a:p>
        </p:txBody>
      </p:sp>
      <p:sp>
        <p:nvSpPr>
          <p:cNvPr id="3" name="Text Placeholder 2"/>
          <p:cNvSpPr>
            <a:spLocks noGrp="1"/>
          </p:cNvSpPr>
          <p:nvPr>
            <p:ph type="body" idx="1"/>
          </p:nvPr>
        </p:nvSpPr>
        <p:spPr>
          <a:xfrm>
            <a:off x="515791" y="7155105"/>
            <a:ext cx="6520220" cy="2338833"/>
          </a:xfrm>
        </p:spPr>
        <p:txBody>
          <a:bodyPr/>
          <a:lstStyle>
            <a:lvl1pPr marL="0" indent="0">
              <a:buNone/>
              <a:defRPr sz="1838">
                <a:solidFill>
                  <a:schemeClr val="tx1"/>
                </a:solidFill>
              </a:defRPr>
            </a:lvl1pPr>
            <a:lvl2pPr marL="356314" indent="0">
              <a:buNone/>
              <a:defRPr sz="1556">
                <a:solidFill>
                  <a:schemeClr val="tx1">
                    <a:tint val="75000"/>
                  </a:schemeClr>
                </a:solidFill>
              </a:defRPr>
            </a:lvl2pPr>
            <a:lvl3pPr marL="712629" indent="0">
              <a:buNone/>
              <a:defRPr sz="1343">
                <a:solidFill>
                  <a:schemeClr val="tx1">
                    <a:tint val="75000"/>
                  </a:schemeClr>
                </a:solidFill>
              </a:defRPr>
            </a:lvl3pPr>
            <a:lvl4pPr marL="1068943" indent="0">
              <a:buNone/>
              <a:defRPr sz="1202">
                <a:solidFill>
                  <a:schemeClr val="tx1">
                    <a:tint val="75000"/>
                  </a:schemeClr>
                </a:solidFill>
              </a:defRPr>
            </a:lvl4pPr>
            <a:lvl5pPr marL="1425256" indent="0">
              <a:buNone/>
              <a:defRPr sz="1202">
                <a:solidFill>
                  <a:schemeClr val="tx1">
                    <a:tint val="75000"/>
                  </a:schemeClr>
                </a:solidFill>
              </a:defRPr>
            </a:lvl5pPr>
            <a:lvl6pPr marL="1781572" indent="0">
              <a:buNone/>
              <a:defRPr sz="1202">
                <a:solidFill>
                  <a:schemeClr val="tx1">
                    <a:tint val="75000"/>
                  </a:schemeClr>
                </a:solidFill>
              </a:defRPr>
            </a:lvl6pPr>
            <a:lvl7pPr marL="2137885" indent="0">
              <a:buNone/>
              <a:defRPr sz="1202">
                <a:solidFill>
                  <a:schemeClr val="tx1">
                    <a:tint val="75000"/>
                  </a:schemeClr>
                </a:solidFill>
              </a:defRPr>
            </a:lvl7pPr>
            <a:lvl8pPr marL="2494200" indent="0">
              <a:buNone/>
              <a:defRPr sz="1202">
                <a:solidFill>
                  <a:schemeClr val="tx1">
                    <a:tint val="75000"/>
                  </a:schemeClr>
                </a:solidFill>
              </a:defRPr>
            </a:lvl8pPr>
            <a:lvl9pPr marL="2850514" indent="0">
              <a:buNone/>
              <a:defRPr sz="1202">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99C71F06-3930-4623-BF6E-B067CF573E71}" type="datetimeFigureOut">
              <a:rPr lang="de-DE" smtClean="0">
                <a:solidFill>
                  <a:prstClr val="black">
                    <a:tint val="75000"/>
                  </a:prstClr>
                </a:solidFill>
              </a:rPr>
              <a:pPr/>
              <a:t>23.08.24</a:t>
            </a:fld>
            <a:endParaRPr lang="de-DE">
              <a:solidFill>
                <a:prstClr val="black">
                  <a:tint val="75000"/>
                </a:prstClr>
              </a:solidFill>
            </a:endParaRPr>
          </a:p>
        </p:txBody>
      </p:sp>
      <p:sp>
        <p:nvSpPr>
          <p:cNvPr id="5" name="Footer Placeholder 4"/>
          <p:cNvSpPr>
            <a:spLocks noGrp="1"/>
          </p:cNvSpPr>
          <p:nvPr>
            <p:ph type="ftr" sz="quarter" idx="11"/>
          </p:nvPr>
        </p:nvSpPr>
        <p:spPr/>
        <p:txBody>
          <a:bodyPr/>
          <a:lstStyle/>
          <a:p>
            <a:endParaRPr lang="de-DE">
              <a:solidFill>
                <a:prstClr val="black">
                  <a:tint val="75000"/>
                </a:prstClr>
              </a:solidFill>
            </a:endParaRPr>
          </a:p>
        </p:txBody>
      </p:sp>
      <p:sp>
        <p:nvSpPr>
          <p:cNvPr id="6" name="Slide Number Placeholder 5"/>
          <p:cNvSpPr>
            <a:spLocks noGrp="1"/>
          </p:cNvSpPr>
          <p:nvPr>
            <p:ph type="sldNum" sz="quarter" idx="12"/>
          </p:nvPr>
        </p:nvSpPr>
        <p:spPr/>
        <p:txBody>
          <a:bodyPr/>
          <a:lstStyle/>
          <a:p>
            <a:fld id="{C5E02223-992A-4FA4-9C1B-F64AB1BA9223}"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139532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519729" y="2846201"/>
            <a:ext cx="3212862" cy="678385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827086" y="2846201"/>
            <a:ext cx="3212862" cy="678385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99C71F06-3930-4623-BF6E-B067CF573E71}" type="datetimeFigureOut">
              <a:rPr lang="de-DE" smtClean="0">
                <a:solidFill>
                  <a:prstClr val="black">
                    <a:tint val="75000"/>
                  </a:prstClr>
                </a:solidFill>
              </a:rPr>
              <a:pPr/>
              <a:t>23.08.24</a:t>
            </a:fld>
            <a:endParaRPr lang="de-DE">
              <a:solidFill>
                <a:prstClr val="black">
                  <a:tint val="75000"/>
                </a:prstClr>
              </a:solidFill>
            </a:endParaRPr>
          </a:p>
        </p:txBody>
      </p:sp>
      <p:sp>
        <p:nvSpPr>
          <p:cNvPr id="6" name="Footer Placeholder 5"/>
          <p:cNvSpPr>
            <a:spLocks noGrp="1"/>
          </p:cNvSpPr>
          <p:nvPr>
            <p:ph type="ftr" sz="quarter" idx="11"/>
          </p:nvPr>
        </p:nvSpPr>
        <p:spPr/>
        <p:txBody>
          <a:bodyPr/>
          <a:lstStyle/>
          <a:p>
            <a:endParaRPr lang="de-DE">
              <a:solidFill>
                <a:prstClr val="black">
                  <a:tint val="75000"/>
                </a:prstClr>
              </a:solidFill>
            </a:endParaRPr>
          </a:p>
        </p:txBody>
      </p:sp>
      <p:sp>
        <p:nvSpPr>
          <p:cNvPr id="7" name="Slide Number Placeholder 6"/>
          <p:cNvSpPr>
            <a:spLocks noGrp="1"/>
          </p:cNvSpPr>
          <p:nvPr>
            <p:ph type="sldNum" sz="quarter" idx="12"/>
          </p:nvPr>
        </p:nvSpPr>
        <p:spPr/>
        <p:txBody>
          <a:bodyPr/>
          <a:lstStyle/>
          <a:p>
            <a:fld id="{C5E02223-992A-4FA4-9C1B-F64AB1BA9223}"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1611623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520713" y="569242"/>
            <a:ext cx="6520220" cy="2066590"/>
          </a:xfrm>
        </p:spPr>
        <p:txBody>
          <a:bodyPr/>
          <a:lstStyle/>
          <a:p>
            <a:r>
              <a:rPr lang="de-DE"/>
              <a:t>Mastertitelformat bearbeiten</a:t>
            </a:r>
            <a:endParaRPr lang="en-US" dirty="0"/>
          </a:p>
        </p:txBody>
      </p:sp>
      <p:sp>
        <p:nvSpPr>
          <p:cNvPr id="3" name="Text Placeholder 2"/>
          <p:cNvSpPr>
            <a:spLocks noGrp="1"/>
          </p:cNvSpPr>
          <p:nvPr>
            <p:ph type="body" idx="1"/>
          </p:nvPr>
        </p:nvSpPr>
        <p:spPr>
          <a:xfrm>
            <a:off x="520714" y="2620980"/>
            <a:ext cx="3198096" cy="1284501"/>
          </a:xfrm>
        </p:spPr>
        <p:txBody>
          <a:bodyPr anchor="b"/>
          <a:lstStyle>
            <a:lvl1pPr marL="0" indent="0">
              <a:buNone/>
              <a:defRPr sz="1838" b="1"/>
            </a:lvl1pPr>
            <a:lvl2pPr marL="356314" indent="0">
              <a:buNone/>
              <a:defRPr sz="1556" b="1"/>
            </a:lvl2pPr>
            <a:lvl3pPr marL="712629" indent="0">
              <a:buNone/>
              <a:defRPr sz="1343" b="1"/>
            </a:lvl3pPr>
            <a:lvl4pPr marL="1068943" indent="0">
              <a:buNone/>
              <a:defRPr sz="1202" b="1"/>
            </a:lvl4pPr>
            <a:lvl5pPr marL="1425256" indent="0">
              <a:buNone/>
              <a:defRPr sz="1202" b="1"/>
            </a:lvl5pPr>
            <a:lvl6pPr marL="1781572" indent="0">
              <a:buNone/>
              <a:defRPr sz="1202" b="1"/>
            </a:lvl6pPr>
            <a:lvl7pPr marL="2137885" indent="0">
              <a:buNone/>
              <a:defRPr sz="1202" b="1"/>
            </a:lvl7pPr>
            <a:lvl8pPr marL="2494200" indent="0">
              <a:buNone/>
              <a:defRPr sz="1202" b="1"/>
            </a:lvl8pPr>
            <a:lvl9pPr marL="2850514" indent="0">
              <a:buNone/>
              <a:defRPr sz="1202" b="1"/>
            </a:lvl9pPr>
          </a:lstStyle>
          <a:p>
            <a:pPr lvl="0"/>
            <a:r>
              <a:rPr lang="de-DE"/>
              <a:t>Mastertextformat bearbeiten</a:t>
            </a:r>
          </a:p>
        </p:txBody>
      </p:sp>
      <p:sp>
        <p:nvSpPr>
          <p:cNvPr id="4" name="Content Placeholder 3"/>
          <p:cNvSpPr>
            <a:spLocks noGrp="1"/>
          </p:cNvSpPr>
          <p:nvPr>
            <p:ph sz="half" idx="2"/>
          </p:nvPr>
        </p:nvSpPr>
        <p:spPr>
          <a:xfrm>
            <a:off x="520714" y="3905481"/>
            <a:ext cx="3198096" cy="57443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827087" y="2620980"/>
            <a:ext cx="3213846" cy="1284501"/>
          </a:xfrm>
        </p:spPr>
        <p:txBody>
          <a:bodyPr anchor="b"/>
          <a:lstStyle>
            <a:lvl1pPr marL="0" indent="0">
              <a:buNone/>
              <a:defRPr sz="1838" b="1"/>
            </a:lvl1pPr>
            <a:lvl2pPr marL="356314" indent="0">
              <a:buNone/>
              <a:defRPr sz="1556" b="1"/>
            </a:lvl2pPr>
            <a:lvl3pPr marL="712629" indent="0">
              <a:buNone/>
              <a:defRPr sz="1343" b="1"/>
            </a:lvl3pPr>
            <a:lvl4pPr marL="1068943" indent="0">
              <a:buNone/>
              <a:defRPr sz="1202" b="1"/>
            </a:lvl4pPr>
            <a:lvl5pPr marL="1425256" indent="0">
              <a:buNone/>
              <a:defRPr sz="1202" b="1"/>
            </a:lvl5pPr>
            <a:lvl6pPr marL="1781572" indent="0">
              <a:buNone/>
              <a:defRPr sz="1202" b="1"/>
            </a:lvl6pPr>
            <a:lvl7pPr marL="2137885" indent="0">
              <a:buNone/>
              <a:defRPr sz="1202" b="1"/>
            </a:lvl7pPr>
            <a:lvl8pPr marL="2494200" indent="0">
              <a:buNone/>
              <a:defRPr sz="1202" b="1"/>
            </a:lvl8pPr>
            <a:lvl9pPr marL="2850514" indent="0">
              <a:buNone/>
              <a:defRPr sz="1202" b="1"/>
            </a:lvl9pPr>
          </a:lstStyle>
          <a:p>
            <a:pPr lvl="0"/>
            <a:r>
              <a:rPr lang="de-DE"/>
              <a:t>Mastertextformat bearbeiten</a:t>
            </a:r>
          </a:p>
        </p:txBody>
      </p:sp>
      <p:sp>
        <p:nvSpPr>
          <p:cNvPr id="6" name="Content Placeholder 5"/>
          <p:cNvSpPr>
            <a:spLocks noGrp="1"/>
          </p:cNvSpPr>
          <p:nvPr>
            <p:ph sz="quarter" idx="4"/>
          </p:nvPr>
        </p:nvSpPr>
        <p:spPr>
          <a:xfrm>
            <a:off x="3827087" y="3905481"/>
            <a:ext cx="3213846" cy="57443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99C71F06-3930-4623-BF6E-B067CF573E71}" type="datetimeFigureOut">
              <a:rPr lang="de-DE" smtClean="0">
                <a:solidFill>
                  <a:prstClr val="black">
                    <a:tint val="75000"/>
                  </a:prstClr>
                </a:solidFill>
              </a:rPr>
              <a:pPr/>
              <a:t>23.08.24</a:t>
            </a:fld>
            <a:endParaRPr lang="de-DE">
              <a:solidFill>
                <a:prstClr val="black">
                  <a:tint val="75000"/>
                </a:prstClr>
              </a:solidFill>
            </a:endParaRPr>
          </a:p>
        </p:txBody>
      </p:sp>
      <p:sp>
        <p:nvSpPr>
          <p:cNvPr id="8" name="Footer Placeholder 7"/>
          <p:cNvSpPr>
            <a:spLocks noGrp="1"/>
          </p:cNvSpPr>
          <p:nvPr>
            <p:ph type="ftr" sz="quarter" idx="11"/>
          </p:nvPr>
        </p:nvSpPr>
        <p:spPr/>
        <p:txBody>
          <a:bodyPr/>
          <a:lstStyle/>
          <a:p>
            <a:endParaRPr lang="de-DE">
              <a:solidFill>
                <a:prstClr val="black">
                  <a:tint val="75000"/>
                </a:prstClr>
              </a:solidFill>
            </a:endParaRPr>
          </a:p>
        </p:txBody>
      </p:sp>
      <p:sp>
        <p:nvSpPr>
          <p:cNvPr id="9" name="Slide Number Placeholder 8"/>
          <p:cNvSpPr>
            <a:spLocks noGrp="1"/>
          </p:cNvSpPr>
          <p:nvPr>
            <p:ph type="sldNum" sz="quarter" idx="12"/>
          </p:nvPr>
        </p:nvSpPr>
        <p:spPr/>
        <p:txBody>
          <a:bodyPr/>
          <a:lstStyle/>
          <a:p>
            <a:fld id="{C5E02223-992A-4FA4-9C1B-F64AB1BA9223}"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2107419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99C71F06-3930-4623-BF6E-B067CF573E71}" type="datetimeFigureOut">
              <a:rPr lang="de-DE" smtClean="0">
                <a:solidFill>
                  <a:prstClr val="black">
                    <a:tint val="75000"/>
                  </a:prstClr>
                </a:solidFill>
              </a:rPr>
              <a:pPr/>
              <a:t>23.08.24</a:t>
            </a:fld>
            <a:endParaRPr lang="de-DE">
              <a:solidFill>
                <a:prstClr val="black">
                  <a:tint val="75000"/>
                </a:prstClr>
              </a:solidFill>
            </a:endParaRPr>
          </a:p>
        </p:txBody>
      </p:sp>
      <p:sp>
        <p:nvSpPr>
          <p:cNvPr id="4" name="Footer Placeholder 3"/>
          <p:cNvSpPr>
            <a:spLocks noGrp="1"/>
          </p:cNvSpPr>
          <p:nvPr>
            <p:ph type="ftr" sz="quarter" idx="11"/>
          </p:nvPr>
        </p:nvSpPr>
        <p:spPr/>
        <p:txBody>
          <a:bodyPr/>
          <a:lstStyle/>
          <a:p>
            <a:endParaRPr lang="de-DE">
              <a:solidFill>
                <a:prstClr val="black">
                  <a:tint val="75000"/>
                </a:prstClr>
              </a:solidFill>
            </a:endParaRPr>
          </a:p>
        </p:txBody>
      </p:sp>
      <p:sp>
        <p:nvSpPr>
          <p:cNvPr id="5" name="Slide Number Placeholder 4"/>
          <p:cNvSpPr>
            <a:spLocks noGrp="1"/>
          </p:cNvSpPr>
          <p:nvPr>
            <p:ph type="sldNum" sz="quarter" idx="12"/>
          </p:nvPr>
        </p:nvSpPr>
        <p:spPr/>
        <p:txBody>
          <a:bodyPr/>
          <a:lstStyle/>
          <a:p>
            <a:fld id="{C5E02223-992A-4FA4-9C1B-F64AB1BA9223}"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1073894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C71F06-3930-4623-BF6E-B067CF573E71}" type="datetimeFigureOut">
              <a:rPr lang="de-DE" smtClean="0">
                <a:solidFill>
                  <a:prstClr val="black">
                    <a:tint val="75000"/>
                  </a:prstClr>
                </a:solidFill>
              </a:rPr>
              <a:pPr/>
              <a:t>23.08.24</a:t>
            </a:fld>
            <a:endParaRPr lang="de-DE">
              <a:solidFill>
                <a:prstClr val="black">
                  <a:tint val="75000"/>
                </a:prstClr>
              </a:solidFill>
            </a:endParaRPr>
          </a:p>
        </p:txBody>
      </p:sp>
      <p:sp>
        <p:nvSpPr>
          <p:cNvPr id="3" name="Footer Placeholder 2"/>
          <p:cNvSpPr>
            <a:spLocks noGrp="1"/>
          </p:cNvSpPr>
          <p:nvPr>
            <p:ph type="ftr" sz="quarter" idx="11"/>
          </p:nvPr>
        </p:nvSpPr>
        <p:spPr/>
        <p:txBody>
          <a:bodyPr/>
          <a:lstStyle/>
          <a:p>
            <a:endParaRPr lang="de-DE">
              <a:solidFill>
                <a:prstClr val="black">
                  <a:tint val="75000"/>
                </a:prstClr>
              </a:solidFill>
            </a:endParaRPr>
          </a:p>
        </p:txBody>
      </p:sp>
      <p:sp>
        <p:nvSpPr>
          <p:cNvPr id="4" name="Slide Number Placeholder 3"/>
          <p:cNvSpPr>
            <a:spLocks noGrp="1"/>
          </p:cNvSpPr>
          <p:nvPr>
            <p:ph type="sldNum" sz="quarter" idx="12"/>
          </p:nvPr>
        </p:nvSpPr>
        <p:spPr/>
        <p:txBody>
          <a:bodyPr/>
          <a:lstStyle/>
          <a:p>
            <a:fld id="{C5E02223-992A-4FA4-9C1B-F64AB1BA9223}"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1073562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7"/>
            <a:ext cx="2438192" cy="2494756"/>
          </a:xfrm>
        </p:spPr>
        <p:txBody>
          <a:bodyPr anchor="b"/>
          <a:lstStyle>
            <a:lvl1pPr>
              <a:defRPr sz="2475"/>
            </a:lvl1pPr>
          </a:lstStyle>
          <a:p>
            <a:r>
              <a:rPr lang="de-DE"/>
              <a:t>Mastertitelformat bearbeiten</a:t>
            </a:r>
            <a:endParaRPr lang="en-US" dirty="0"/>
          </a:p>
        </p:txBody>
      </p:sp>
      <p:sp>
        <p:nvSpPr>
          <p:cNvPr id="3" name="Content Placeholder 2"/>
          <p:cNvSpPr>
            <a:spLocks noGrp="1"/>
          </p:cNvSpPr>
          <p:nvPr>
            <p:ph idx="1"/>
          </p:nvPr>
        </p:nvSpPr>
        <p:spPr>
          <a:xfrm>
            <a:off x="3213847" y="1539428"/>
            <a:ext cx="3827085" cy="7598117"/>
          </a:xfrm>
        </p:spPr>
        <p:txBody>
          <a:bodyPr/>
          <a:lstStyle>
            <a:lvl1pPr>
              <a:defRPr sz="2475"/>
            </a:lvl1pPr>
            <a:lvl2pPr>
              <a:defRPr sz="2192"/>
            </a:lvl2pPr>
            <a:lvl3pPr>
              <a:defRPr sz="1838"/>
            </a:lvl3pPr>
            <a:lvl4pPr>
              <a:defRPr sz="1556"/>
            </a:lvl4pPr>
            <a:lvl5pPr>
              <a:defRPr sz="1556"/>
            </a:lvl5pPr>
            <a:lvl6pPr>
              <a:defRPr sz="1556"/>
            </a:lvl6pPr>
            <a:lvl7pPr>
              <a:defRPr sz="1556"/>
            </a:lvl7pPr>
            <a:lvl8pPr>
              <a:defRPr sz="1556"/>
            </a:lvl8pPr>
            <a:lvl9pPr>
              <a:defRPr sz="1556"/>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520712" y="3207543"/>
            <a:ext cx="2438192" cy="5942372"/>
          </a:xfrm>
        </p:spPr>
        <p:txBody>
          <a:bodyPr/>
          <a:lstStyle>
            <a:lvl1pPr marL="0" indent="0">
              <a:buNone/>
              <a:defRPr sz="1202"/>
            </a:lvl1pPr>
            <a:lvl2pPr marL="356314" indent="0">
              <a:buNone/>
              <a:defRPr sz="1131"/>
            </a:lvl2pPr>
            <a:lvl3pPr marL="712629" indent="0">
              <a:buNone/>
              <a:defRPr sz="990"/>
            </a:lvl3pPr>
            <a:lvl4pPr marL="1068943" indent="0">
              <a:buNone/>
              <a:defRPr sz="778"/>
            </a:lvl4pPr>
            <a:lvl5pPr marL="1425256" indent="0">
              <a:buNone/>
              <a:defRPr sz="778"/>
            </a:lvl5pPr>
            <a:lvl6pPr marL="1781572" indent="0">
              <a:buNone/>
              <a:defRPr sz="778"/>
            </a:lvl6pPr>
            <a:lvl7pPr marL="2137885" indent="0">
              <a:buNone/>
              <a:defRPr sz="778"/>
            </a:lvl7pPr>
            <a:lvl8pPr marL="2494200" indent="0">
              <a:buNone/>
              <a:defRPr sz="778"/>
            </a:lvl8pPr>
            <a:lvl9pPr marL="2850514" indent="0">
              <a:buNone/>
              <a:defRPr sz="778"/>
            </a:lvl9pPr>
          </a:lstStyle>
          <a:p>
            <a:pPr lvl="0"/>
            <a:r>
              <a:rPr lang="de-DE"/>
              <a:t>Mastertextformat bearbeiten</a:t>
            </a:r>
          </a:p>
        </p:txBody>
      </p:sp>
      <p:sp>
        <p:nvSpPr>
          <p:cNvPr id="5" name="Date Placeholder 4"/>
          <p:cNvSpPr>
            <a:spLocks noGrp="1"/>
          </p:cNvSpPr>
          <p:nvPr>
            <p:ph type="dt" sz="half" idx="10"/>
          </p:nvPr>
        </p:nvSpPr>
        <p:spPr/>
        <p:txBody>
          <a:bodyPr/>
          <a:lstStyle/>
          <a:p>
            <a:fld id="{99C71F06-3930-4623-BF6E-B067CF573E71}" type="datetimeFigureOut">
              <a:rPr lang="de-DE" smtClean="0">
                <a:solidFill>
                  <a:prstClr val="black">
                    <a:tint val="75000"/>
                  </a:prstClr>
                </a:solidFill>
              </a:rPr>
              <a:pPr/>
              <a:t>23.08.24</a:t>
            </a:fld>
            <a:endParaRPr lang="de-DE">
              <a:solidFill>
                <a:prstClr val="black">
                  <a:tint val="75000"/>
                </a:prstClr>
              </a:solidFill>
            </a:endParaRPr>
          </a:p>
        </p:txBody>
      </p:sp>
      <p:sp>
        <p:nvSpPr>
          <p:cNvPr id="6" name="Footer Placeholder 5"/>
          <p:cNvSpPr>
            <a:spLocks noGrp="1"/>
          </p:cNvSpPr>
          <p:nvPr>
            <p:ph type="ftr" sz="quarter" idx="11"/>
          </p:nvPr>
        </p:nvSpPr>
        <p:spPr/>
        <p:txBody>
          <a:bodyPr/>
          <a:lstStyle/>
          <a:p>
            <a:endParaRPr lang="de-DE">
              <a:solidFill>
                <a:prstClr val="black">
                  <a:tint val="75000"/>
                </a:prstClr>
              </a:solidFill>
            </a:endParaRPr>
          </a:p>
        </p:txBody>
      </p:sp>
      <p:sp>
        <p:nvSpPr>
          <p:cNvPr id="7" name="Slide Number Placeholder 6"/>
          <p:cNvSpPr>
            <a:spLocks noGrp="1"/>
          </p:cNvSpPr>
          <p:nvPr>
            <p:ph type="sldNum" sz="quarter" idx="12"/>
          </p:nvPr>
        </p:nvSpPr>
        <p:spPr/>
        <p:txBody>
          <a:bodyPr/>
          <a:lstStyle/>
          <a:p>
            <a:fld id="{C5E02223-992A-4FA4-9C1B-F64AB1BA9223}"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4119827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7"/>
            <a:ext cx="2438192" cy="2494756"/>
          </a:xfrm>
        </p:spPr>
        <p:txBody>
          <a:bodyPr anchor="b"/>
          <a:lstStyle>
            <a:lvl1pPr>
              <a:defRPr sz="2475"/>
            </a:lvl1pPr>
          </a:lstStyle>
          <a:p>
            <a:r>
              <a:rPr lang="de-DE"/>
              <a:t>Mastertitelformat bearbeiten</a:t>
            </a:r>
            <a:endParaRPr lang="en-US" dirty="0"/>
          </a:p>
        </p:txBody>
      </p:sp>
      <p:sp>
        <p:nvSpPr>
          <p:cNvPr id="3" name="Picture Placeholder 2"/>
          <p:cNvSpPr>
            <a:spLocks noGrp="1" noChangeAspect="1"/>
          </p:cNvSpPr>
          <p:nvPr>
            <p:ph type="pic" idx="1"/>
          </p:nvPr>
        </p:nvSpPr>
        <p:spPr>
          <a:xfrm>
            <a:off x="3213847" y="1539428"/>
            <a:ext cx="3827085" cy="7598117"/>
          </a:xfrm>
        </p:spPr>
        <p:txBody>
          <a:bodyPr anchor="t"/>
          <a:lstStyle>
            <a:lvl1pPr marL="0" indent="0">
              <a:buNone/>
              <a:defRPr sz="2475"/>
            </a:lvl1pPr>
            <a:lvl2pPr marL="356314" indent="0">
              <a:buNone/>
              <a:defRPr sz="2192"/>
            </a:lvl2pPr>
            <a:lvl3pPr marL="712629" indent="0">
              <a:buNone/>
              <a:defRPr sz="1838"/>
            </a:lvl3pPr>
            <a:lvl4pPr marL="1068943" indent="0">
              <a:buNone/>
              <a:defRPr sz="1556"/>
            </a:lvl4pPr>
            <a:lvl5pPr marL="1425256" indent="0">
              <a:buNone/>
              <a:defRPr sz="1556"/>
            </a:lvl5pPr>
            <a:lvl6pPr marL="1781572" indent="0">
              <a:buNone/>
              <a:defRPr sz="1556"/>
            </a:lvl6pPr>
            <a:lvl7pPr marL="2137885" indent="0">
              <a:buNone/>
              <a:defRPr sz="1556"/>
            </a:lvl7pPr>
            <a:lvl8pPr marL="2494200" indent="0">
              <a:buNone/>
              <a:defRPr sz="1556"/>
            </a:lvl8pPr>
            <a:lvl9pPr marL="2850514" indent="0">
              <a:buNone/>
              <a:defRPr sz="1556"/>
            </a:lvl9pPr>
          </a:lstStyle>
          <a:p>
            <a:r>
              <a:rPr lang="de-DE"/>
              <a:t>Bild durch Klicken auf Symbol hinzufügen</a:t>
            </a:r>
            <a:endParaRPr lang="en-US" dirty="0"/>
          </a:p>
        </p:txBody>
      </p:sp>
      <p:sp>
        <p:nvSpPr>
          <p:cNvPr id="4" name="Text Placeholder 3"/>
          <p:cNvSpPr>
            <a:spLocks noGrp="1"/>
          </p:cNvSpPr>
          <p:nvPr>
            <p:ph type="body" sz="half" idx="2"/>
          </p:nvPr>
        </p:nvSpPr>
        <p:spPr>
          <a:xfrm>
            <a:off x="520712" y="3207543"/>
            <a:ext cx="2438192" cy="5942372"/>
          </a:xfrm>
        </p:spPr>
        <p:txBody>
          <a:bodyPr/>
          <a:lstStyle>
            <a:lvl1pPr marL="0" indent="0">
              <a:buNone/>
              <a:defRPr sz="1202"/>
            </a:lvl1pPr>
            <a:lvl2pPr marL="356314" indent="0">
              <a:buNone/>
              <a:defRPr sz="1131"/>
            </a:lvl2pPr>
            <a:lvl3pPr marL="712629" indent="0">
              <a:buNone/>
              <a:defRPr sz="990"/>
            </a:lvl3pPr>
            <a:lvl4pPr marL="1068943" indent="0">
              <a:buNone/>
              <a:defRPr sz="778"/>
            </a:lvl4pPr>
            <a:lvl5pPr marL="1425256" indent="0">
              <a:buNone/>
              <a:defRPr sz="778"/>
            </a:lvl5pPr>
            <a:lvl6pPr marL="1781572" indent="0">
              <a:buNone/>
              <a:defRPr sz="778"/>
            </a:lvl6pPr>
            <a:lvl7pPr marL="2137885" indent="0">
              <a:buNone/>
              <a:defRPr sz="778"/>
            </a:lvl7pPr>
            <a:lvl8pPr marL="2494200" indent="0">
              <a:buNone/>
              <a:defRPr sz="778"/>
            </a:lvl8pPr>
            <a:lvl9pPr marL="2850514" indent="0">
              <a:buNone/>
              <a:defRPr sz="778"/>
            </a:lvl9pPr>
          </a:lstStyle>
          <a:p>
            <a:pPr lvl="0"/>
            <a:r>
              <a:rPr lang="de-DE"/>
              <a:t>Mastertextformat bearbeiten</a:t>
            </a:r>
          </a:p>
        </p:txBody>
      </p:sp>
      <p:sp>
        <p:nvSpPr>
          <p:cNvPr id="5" name="Date Placeholder 4"/>
          <p:cNvSpPr>
            <a:spLocks noGrp="1"/>
          </p:cNvSpPr>
          <p:nvPr>
            <p:ph type="dt" sz="half" idx="10"/>
          </p:nvPr>
        </p:nvSpPr>
        <p:spPr/>
        <p:txBody>
          <a:bodyPr/>
          <a:lstStyle/>
          <a:p>
            <a:fld id="{99C71F06-3930-4623-BF6E-B067CF573E71}" type="datetimeFigureOut">
              <a:rPr lang="de-DE" smtClean="0">
                <a:solidFill>
                  <a:prstClr val="black">
                    <a:tint val="75000"/>
                  </a:prstClr>
                </a:solidFill>
              </a:rPr>
              <a:pPr/>
              <a:t>23.08.24</a:t>
            </a:fld>
            <a:endParaRPr lang="de-DE">
              <a:solidFill>
                <a:prstClr val="black">
                  <a:tint val="75000"/>
                </a:prstClr>
              </a:solidFill>
            </a:endParaRPr>
          </a:p>
        </p:txBody>
      </p:sp>
      <p:sp>
        <p:nvSpPr>
          <p:cNvPr id="6" name="Footer Placeholder 5"/>
          <p:cNvSpPr>
            <a:spLocks noGrp="1"/>
          </p:cNvSpPr>
          <p:nvPr>
            <p:ph type="ftr" sz="quarter" idx="11"/>
          </p:nvPr>
        </p:nvSpPr>
        <p:spPr/>
        <p:txBody>
          <a:bodyPr/>
          <a:lstStyle/>
          <a:p>
            <a:endParaRPr lang="de-DE">
              <a:solidFill>
                <a:prstClr val="black">
                  <a:tint val="75000"/>
                </a:prstClr>
              </a:solidFill>
            </a:endParaRPr>
          </a:p>
        </p:txBody>
      </p:sp>
      <p:sp>
        <p:nvSpPr>
          <p:cNvPr id="7" name="Slide Number Placeholder 6"/>
          <p:cNvSpPr>
            <a:spLocks noGrp="1"/>
          </p:cNvSpPr>
          <p:nvPr>
            <p:ph type="sldNum" sz="quarter" idx="12"/>
          </p:nvPr>
        </p:nvSpPr>
        <p:spPr/>
        <p:txBody>
          <a:bodyPr/>
          <a:lstStyle/>
          <a:p>
            <a:fld id="{C5E02223-992A-4FA4-9C1B-F64AB1BA9223}"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605135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99C71F06-3930-4623-BF6E-B067CF573E71}" type="datetimeFigureOut">
              <a:rPr lang="de-DE" smtClean="0">
                <a:solidFill>
                  <a:prstClr val="black">
                    <a:tint val="75000"/>
                  </a:prstClr>
                </a:solidFill>
              </a:rPr>
              <a:pPr/>
              <a:t>23.08.24</a:t>
            </a:fld>
            <a:endParaRPr lang="de-DE">
              <a:solidFill>
                <a:prstClr val="black">
                  <a:tint val="75000"/>
                </a:prstClr>
              </a:solidFill>
            </a:endParaRPr>
          </a:p>
        </p:txBody>
      </p:sp>
      <p:sp>
        <p:nvSpPr>
          <p:cNvPr id="5" name="Footer Placeholder 4"/>
          <p:cNvSpPr>
            <a:spLocks noGrp="1"/>
          </p:cNvSpPr>
          <p:nvPr>
            <p:ph type="ftr" sz="quarter" idx="11"/>
          </p:nvPr>
        </p:nvSpPr>
        <p:spPr/>
        <p:txBody>
          <a:bodyPr/>
          <a:lstStyle/>
          <a:p>
            <a:endParaRPr lang="de-DE">
              <a:solidFill>
                <a:prstClr val="black">
                  <a:tint val="75000"/>
                </a:prstClr>
              </a:solidFill>
            </a:endParaRPr>
          </a:p>
        </p:txBody>
      </p:sp>
      <p:sp>
        <p:nvSpPr>
          <p:cNvPr id="6" name="Slide Number Placeholder 5"/>
          <p:cNvSpPr>
            <a:spLocks noGrp="1"/>
          </p:cNvSpPr>
          <p:nvPr>
            <p:ph type="sldNum" sz="quarter" idx="12"/>
          </p:nvPr>
        </p:nvSpPr>
        <p:spPr/>
        <p:txBody>
          <a:bodyPr/>
          <a:lstStyle/>
          <a:p>
            <a:fld id="{C5E02223-992A-4FA4-9C1B-F64AB1BA9223}"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3402762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3"/>
            <a:ext cx="1630055" cy="906081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519729" y="569243"/>
            <a:ext cx="4795669" cy="906081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99C71F06-3930-4623-BF6E-B067CF573E71}" type="datetimeFigureOut">
              <a:rPr lang="de-DE" smtClean="0">
                <a:solidFill>
                  <a:prstClr val="black">
                    <a:tint val="75000"/>
                  </a:prstClr>
                </a:solidFill>
              </a:rPr>
              <a:pPr/>
              <a:t>23.08.24</a:t>
            </a:fld>
            <a:endParaRPr lang="de-DE">
              <a:solidFill>
                <a:prstClr val="black">
                  <a:tint val="75000"/>
                </a:prstClr>
              </a:solidFill>
            </a:endParaRPr>
          </a:p>
        </p:txBody>
      </p:sp>
      <p:sp>
        <p:nvSpPr>
          <p:cNvPr id="5" name="Footer Placeholder 4"/>
          <p:cNvSpPr>
            <a:spLocks noGrp="1"/>
          </p:cNvSpPr>
          <p:nvPr>
            <p:ph type="ftr" sz="quarter" idx="11"/>
          </p:nvPr>
        </p:nvSpPr>
        <p:spPr/>
        <p:txBody>
          <a:bodyPr/>
          <a:lstStyle/>
          <a:p>
            <a:endParaRPr lang="de-DE">
              <a:solidFill>
                <a:prstClr val="black">
                  <a:tint val="75000"/>
                </a:prstClr>
              </a:solidFill>
            </a:endParaRPr>
          </a:p>
        </p:txBody>
      </p:sp>
      <p:sp>
        <p:nvSpPr>
          <p:cNvPr id="6" name="Slide Number Placeholder 5"/>
          <p:cNvSpPr>
            <a:spLocks noGrp="1"/>
          </p:cNvSpPr>
          <p:nvPr>
            <p:ph type="sldNum" sz="quarter" idx="12"/>
          </p:nvPr>
        </p:nvSpPr>
        <p:spPr/>
        <p:txBody>
          <a:bodyPr/>
          <a:lstStyle/>
          <a:p>
            <a:fld id="{C5E02223-992A-4FA4-9C1B-F64AB1BA9223}" type="slidenum">
              <a:rPr lang="de-DE" smtClean="0">
                <a:solidFill>
                  <a:prstClr val="black">
                    <a:tint val="75000"/>
                  </a:prstClr>
                </a:solidFill>
              </a:rPr>
              <a:pPr/>
              <a:t>‹Nr.›</a:t>
            </a:fld>
            <a:endParaRPr lang="de-DE">
              <a:solidFill>
                <a:prstClr val="black">
                  <a:tint val="75000"/>
                </a:prstClr>
              </a:solidFill>
            </a:endParaRPr>
          </a:p>
        </p:txBody>
      </p:sp>
    </p:spTree>
    <p:extLst>
      <p:ext uri="{BB962C8B-B14F-4D97-AF65-F5344CB8AC3E}">
        <p14:creationId xmlns:p14="http://schemas.microsoft.com/office/powerpoint/2010/main" val="2620680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28" tIns="45715" rIns="91428" bIns="45715"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519728" y="2846201"/>
            <a:ext cx="6520220" cy="6783857"/>
          </a:xfrm>
          <a:prstGeom prst="rect">
            <a:avLst/>
          </a:prstGeom>
        </p:spPr>
        <p:txBody>
          <a:bodyPr vert="horz" lIns="91428" tIns="45715" rIns="91428" bIns="45715"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519728" y="9909731"/>
            <a:ext cx="1700927" cy="569240"/>
          </a:xfrm>
          <a:prstGeom prst="rect">
            <a:avLst/>
          </a:prstGeom>
        </p:spPr>
        <p:txBody>
          <a:bodyPr vert="horz" lIns="91428" tIns="45715" rIns="91428" bIns="45715" rtlCol="0" anchor="ctr"/>
          <a:lstStyle>
            <a:lvl1pPr algn="l">
              <a:defRPr sz="990">
                <a:solidFill>
                  <a:schemeClr val="tx1">
                    <a:tint val="75000"/>
                  </a:schemeClr>
                </a:solidFill>
              </a:defRPr>
            </a:lvl1pPr>
          </a:lstStyle>
          <a:p>
            <a:pPr defTabSz="323246"/>
            <a:fld id="{99C71F06-3930-4623-BF6E-B067CF573E71}" type="datetimeFigureOut">
              <a:rPr lang="de-DE" smtClean="0">
                <a:solidFill>
                  <a:prstClr val="black">
                    <a:tint val="75000"/>
                  </a:prstClr>
                </a:solidFill>
              </a:rPr>
              <a:pPr defTabSz="323246"/>
              <a:t>23.08.24</a:t>
            </a:fld>
            <a:endParaRPr lang="de-DE">
              <a:solidFill>
                <a:prstClr val="black">
                  <a:tint val="75000"/>
                </a:prstClr>
              </a:solidFill>
            </a:endParaRPr>
          </a:p>
        </p:txBody>
      </p:sp>
      <p:sp>
        <p:nvSpPr>
          <p:cNvPr id="5" name="Footer Placeholder 4"/>
          <p:cNvSpPr>
            <a:spLocks noGrp="1"/>
          </p:cNvSpPr>
          <p:nvPr>
            <p:ph type="ftr" sz="quarter" idx="3"/>
          </p:nvPr>
        </p:nvSpPr>
        <p:spPr>
          <a:xfrm>
            <a:off x="2504143" y="9909731"/>
            <a:ext cx="2551390" cy="569240"/>
          </a:xfrm>
          <a:prstGeom prst="rect">
            <a:avLst/>
          </a:prstGeom>
        </p:spPr>
        <p:txBody>
          <a:bodyPr vert="horz" lIns="91428" tIns="45715" rIns="91428" bIns="45715" rtlCol="0" anchor="ctr"/>
          <a:lstStyle>
            <a:lvl1pPr algn="ctr">
              <a:defRPr sz="990">
                <a:solidFill>
                  <a:schemeClr val="tx1">
                    <a:tint val="75000"/>
                  </a:schemeClr>
                </a:solidFill>
              </a:defRPr>
            </a:lvl1pPr>
          </a:lstStyle>
          <a:p>
            <a:pPr defTabSz="323246"/>
            <a:endParaRPr lang="de-DE">
              <a:solidFill>
                <a:prstClr val="black">
                  <a:tint val="75000"/>
                </a:prstClr>
              </a:solidFill>
            </a:endParaRPr>
          </a:p>
        </p:txBody>
      </p:sp>
      <p:sp>
        <p:nvSpPr>
          <p:cNvPr id="6" name="Slide Number Placeholder 5"/>
          <p:cNvSpPr>
            <a:spLocks noGrp="1"/>
          </p:cNvSpPr>
          <p:nvPr>
            <p:ph type="sldNum" sz="quarter" idx="4"/>
          </p:nvPr>
        </p:nvSpPr>
        <p:spPr>
          <a:xfrm>
            <a:off x="5339020" y="9909731"/>
            <a:ext cx="1700927" cy="569240"/>
          </a:xfrm>
          <a:prstGeom prst="rect">
            <a:avLst/>
          </a:prstGeom>
        </p:spPr>
        <p:txBody>
          <a:bodyPr vert="horz" lIns="91428" tIns="45715" rIns="91428" bIns="45715" rtlCol="0" anchor="ctr"/>
          <a:lstStyle>
            <a:lvl1pPr algn="r">
              <a:defRPr sz="990">
                <a:solidFill>
                  <a:schemeClr val="tx1">
                    <a:tint val="75000"/>
                  </a:schemeClr>
                </a:solidFill>
              </a:defRPr>
            </a:lvl1pPr>
          </a:lstStyle>
          <a:p>
            <a:pPr defTabSz="323246"/>
            <a:fld id="{C5E02223-992A-4FA4-9C1B-F64AB1BA9223}" type="slidenum">
              <a:rPr lang="de-DE" smtClean="0">
                <a:solidFill>
                  <a:prstClr val="black">
                    <a:tint val="75000"/>
                  </a:prstClr>
                </a:solidFill>
              </a:rPr>
              <a:pPr defTabSz="323246"/>
              <a:t>‹Nr.›</a:t>
            </a:fld>
            <a:endParaRPr lang="de-DE">
              <a:solidFill>
                <a:prstClr val="black">
                  <a:tint val="75000"/>
                </a:prstClr>
              </a:solidFill>
            </a:endParaRPr>
          </a:p>
        </p:txBody>
      </p:sp>
    </p:spTree>
    <p:extLst>
      <p:ext uri="{BB962C8B-B14F-4D97-AF65-F5344CB8AC3E}">
        <p14:creationId xmlns:p14="http://schemas.microsoft.com/office/powerpoint/2010/main" val="100800897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712629" rtl="0" eaLnBrk="1" latinLnBrk="0" hangingPunct="1">
        <a:lnSpc>
          <a:spcPct val="90000"/>
        </a:lnSpc>
        <a:spcBef>
          <a:spcPct val="0"/>
        </a:spcBef>
        <a:buNone/>
        <a:defRPr sz="3465" kern="1200">
          <a:solidFill>
            <a:schemeClr val="tx1"/>
          </a:solidFill>
          <a:latin typeface="+mj-lt"/>
          <a:ea typeface="+mj-ea"/>
          <a:cs typeface="+mj-cs"/>
        </a:defRPr>
      </a:lvl1pPr>
    </p:titleStyle>
    <p:bodyStyle>
      <a:lvl1pPr marL="178157" indent="-178157" algn="l" defTabSz="712629" rtl="0" eaLnBrk="1" latinLnBrk="0" hangingPunct="1">
        <a:lnSpc>
          <a:spcPct val="90000"/>
        </a:lnSpc>
        <a:spcBef>
          <a:spcPts val="779"/>
        </a:spcBef>
        <a:buFont typeface="Arial" panose="020B0604020202020204" pitchFamily="34" charset="0"/>
        <a:buChar char="•"/>
        <a:defRPr sz="2192" kern="1200">
          <a:solidFill>
            <a:schemeClr val="tx1"/>
          </a:solidFill>
          <a:latin typeface="+mn-lt"/>
          <a:ea typeface="+mn-ea"/>
          <a:cs typeface="+mn-cs"/>
        </a:defRPr>
      </a:lvl1pPr>
      <a:lvl2pPr marL="534471" indent="-178157" algn="l" defTabSz="712629" rtl="0" eaLnBrk="1" latinLnBrk="0" hangingPunct="1">
        <a:lnSpc>
          <a:spcPct val="90000"/>
        </a:lnSpc>
        <a:spcBef>
          <a:spcPts val="390"/>
        </a:spcBef>
        <a:buFont typeface="Arial" panose="020B0604020202020204" pitchFamily="34" charset="0"/>
        <a:buChar char="•"/>
        <a:defRPr sz="1838" kern="1200">
          <a:solidFill>
            <a:schemeClr val="tx1"/>
          </a:solidFill>
          <a:latin typeface="+mn-lt"/>
          <a:ea typeface="+mn-ea"/>
          <a:cs typeface="+mn-cs"/>
        </a:defRPr>
      </a:lvl2pPr>
      <a:lvl3pPr marL="890785" indent="-178157" algn="l" defTabSz="712629" rtl="0" eaLnBrk="1" latinLnBrk="0" hangingPunct="1">
        <a:lnSpc>
          <a:spcPct val="90000"/>
        </a:lnSpc>
        <a:spcBef>
          <a:spcPts val="390"/>
        </a:spcBef>
        <a:buFont typeface="Arial" panose="020B0604020202020204" pitchFamily="34" charset="0"/>
        <a:buChar char="•"/>
        <a:defRPr sz="1556" kern="1200">
          <a:solidFill>
            <a:schemeClr val="tx1"/>
          </a:solidFill>
          <a:latin typeface="+mn-lt"/>
          <a:ea typeface="+mn-ea"/>
          <a:cs typeface="+mn-cs"/>
        </a:defRPr>
      </a:lvl3pPr>
      <a:lvl4pPr marL="1247100" indent="-178157" algn="l" defTabSz="712629" rtl="0" eaLnBrk="1" latinLnBrk="0" hangingPunct="1">
        <a:lnSpc>
          <a:spcPct val="90000"/>
        </a:lnSpc>
        <a:spcBef>
          <a:spcPts val="390"/>
        </a:spcBef>
        <a:buFont typeface="Arial" panose="020B0604020202020204" pitchFamily="34" charset="0"/>
        <a:buChar char="•"/>
        <a:defRPr sz="1343" kern="1200">
          <a:solidFill>
            <a:schemeClr val="tx1"/>
          </a:solidFill>
          <a:latin typeface="+mn-lt"/>
          <a:ea typeface="+mn-ea"/>
          <a:cs typeface="+mn-cs"/>
        </a:defRPr>
      </a:lvl4pPr>
      <a:lvl5pPr marL="1603414" indent="-178157" algn="l" defTabSz="712629" rtl="0" eaLnBrk="1" latinLnBrk="0" hangingPunct="1">
        <a:lnSpc>
          <a:spcPct val="90000"/>
        </a:lnSpc>
        <a:spcBef>
          <a:spcPts val="390"/>
        </a:spcBef>
        <a:buFont typeface="Arial" panose="020B0604020202020204" pitchFamily="34" charset="0"/>
        <a:buChar char="•"/>
        <a:defRPr sz="1343" kern="1200">
          <a:solidFill>
            <a:schemeClr val="tx1"/>
          </a:solidFill>
          <a:latin typeface="+mn-lt"/>
          <a:ea typeface="+mn-ea"/>
          <a:cs typeface="+mn-cs"/>
        </a:defRPr>
      </a:lvl5pPr>
      <a:lvl6pPr marL="1959729" indent="-178157" algn="l" defTabSz="712629" rtl="0" eaLnBrk="1" latinLnBrk="0" hangingPunct="1">
        <a:lnSpc>
          <a:spcPct val="90000"/>
        </a:lnSpc>
        <a:spcBef>
          <a:spcPts val="390"/>
        </a:spcBef>
        <a:buFont typeface="Arial" panose="020B0604020202020204" pitchFamily="34" charset="0"/>
        <a:buChar char="•"/>
        <a:defRPr sz="1343" kern="1200">
          <a:solidFill>
            <a:schemeClr val="tx1"/>
          </a:solidFill>
          <a:latin typeface="+mn-lt"/>
          <a:ea typeface="+mn-ea"/>
          <a:cs typeface="+mn-cs"/>
        </a:defRPr>
      </a:lvl6pPr>
      <a:lvl7pPr marL="2316042" indent="-178157" algn="l" defTabSz="712629" rtl="0" eaLnBrk="1" latinLnBrk="0" hangingPunct="1">
        <a:lnSpc>
          <a:spcPct val="90000"/>
        </a:lnSpc>
        <a:spcBef>
          <a:spcPts val="390"/>
        </a:spcBef>
        <a:buFont typeface="Arial" panose="020B0604020202020204" pitchFamily="34" charset="0"/>
        <a:buChar char="•"/>
        <a:defRPr sz="1343" kern="1200">
          <a:solidFill>
            <a:schemeClr val="tx1"/>
          </a:solidFill>
          <a:latin typeface="+mn-lt"/>
          <a:ea typeface="+mn-ea"/>
          <a:cs typeface="+mn-cs"/>
        </a:defRPr>
      </a:lvl7pPr>
      <a:lvl8pPr marL="2672356" indent="-178157" algn="l" defTabSz="712629" rtl="0" eaLnBrk="1" latinLnBrk="0" hangingPunct="1">
        <a:lnSpc>
          <a:spcPct val="90000"/>
        </a:lnSpc>
        <a:spcBef>
          <a:spcPts val="390"/>
        </a:spcBef>
        <a:buFont typeface="Arial" panose="020B0604020202020204" pitchFamily="34" charset="0"/>
        <a:buChar char="•"/>
        <a:defRPr sz="1343" kern="1200">
          <a:solidFill>
            <a:schemeClr val="tx1"/>
          </a:solidFill>
          <a:latin typeface="+mn-lt"/>
          <a:ea typeface="+mn-ea"/>
          <a:cs typeface="+mn-cs"/>
        </a:defRPr>
      </a:lvl8pPr>
      <a:lvl9pPr marL="3028671" indent="-178157" algn="l" defTabSz="712629" rtl="0" eaLnBrk="1" latinLnBrk="0" hangingPunct="1">
        <a:lnSpc>
          <a:spcPct val="90000"/>
        </a:lnSpc>
        <a:spcBef>
          <a:spcPts val="390"/>
        </a:spcBef>
        <a:buFont typeface="Arial" panose="020B0604020202020204" pitchFamily="34" charset="0"/>
        <a:buChar char="•"/>
        <a:defRPr sz="1343" kern="1200">
          <a:solidFill>
            <a:schemeClr val="tx1"/>
          </a:solidFill>
          <a:latin typeface="+mn-lt"/>
          <a:ea typeface="+mn-ea"/>
          <a:cs typeface="+mn-cs"/>
        </a:defRPr>
      </a:lvl9pPr>
    </p:bodyStyle>
    <p:otherStyle>
      <a:defPPr>
        <a:defRPr lang="en-US"/>
      </a:defPPr>
      <a:lvl1pPr marL="0" algn="l" defTabSz="712629" rtl="0" eaLnBrk="1" latinLnBrk="0" hangingPunct="1">
        <a:defRPr sz="1343" kern="1200">
          <a:solidFill>
            <a:schemeClr val="tx1"/>
          </a:solidFill>
          <a:latin typeface="+mn-lt"/>
          <a:ea typeface="+mn-ea"/>
          <a:cs typeface="+mn-cs"/>
        </a:defRPr>
      </a:lvl1pPr>
      <a:lvl2pPr marL="356314" algn="l" defTabSz="712629" rtl="0" eaLnBrk="1" latinLnBrk="0" hangingPunct="1">
        <a:defRPr sz="1343" kern="1200">
          <a:solidFill>
            <a:schemeClr val="tx1"/>
          </a:solidFill>
          <a:latin typeface="+mn-lt"/>
          <a:ea typeface="+mn-ea"/>
          <a:cs typeface="+mn-cs"/>
        </a:defRPr>
      </a:lvl2pPr>
      <a:lvl3pPr marL="712629" algn="l" defTabSz="712629" rtl="0" eaLnBrk="1" latinLnBrk="0" hangingPunct="1">
        <a:defRPr sz="1343" kern="1200">
          <a:solidFill>
            <a:schemeClr val="tx1"/>
          </a:solidFill>
          <a:latin typeface="+mn-lt"/>
          <a:ea typeface="+mn-ea"/>
          <a:cs typeface="+mn-cs"/>
        </a:defRPr>
      </a:lvl3pPr>
      <a:lvl4pPr marL="1068943" algn="l" defTabSz="712629" rtl="0" eaLnBrk="1" latinLnBrk="0" hangingPunct="1">
        <a:defRPr sz="1343" kern="1200">
          <a:solidFill>
            <a:schemeClr val="tx1"/>
          </a:solidFill>
          <a:latin typeface="+mn-lt"/>
          <a:ea typeface="+mn-ea"/>
          <a:cs typeface="+mn-cs"/>
        </a:defRPr>
      </a:lvl4pPr>
      <a:lvl5pPr marL="1425256" algn="l" defTabSz="712629" rtl="0" eaLnBrk="1" latinLnBrk="0" hangingPunct="1">
        <a:defRPr sz="1343" kern="1200">
          <a:solidFill>
            <a:schemeClr val="tx1"/>
          </a:solidFill>
          <a:latin typeface="+mn-lt"/>
          <a:ea typeface="+mn-ea"/>
          <a:cs typeface="+mn-cs"/>
        </a:defRPr>
      </a:lvl5pPr>
      <a:lvl6pPr marL="1781572" algn="l" defTabSz="712629" rtl="0" eaLnBrk="1" latinLnBrk="0" hangingPunct="1">
        <a:defRPr sz="1343" kern="1200">
          <a:solidFill>
            <a:schemeClr val="tx1"/>
          </a:solidFill>
          <a:latin typeface="+mn-lt"/>
          <a:ea typeface="+mn-ea"/>
          <a:cs typeface="+mn-cs"/>
        </a:defRPr>
      </a:lvl6pPr>
      <a:lvl7pPr marL="2137885" algn="l" defTabSz="712629" rtl="0" eaLnBrk="1" latinLnBrk="0" hangingPunct="1">
        <a:defRPr sz="1343" kern="1200">
          <a:solidFill>
            <a:schemeClr val="tx1"/>
          </a:solidFill>
          <a:latin typeface="+mn-lt"/>
          <a:ea typeface="+mn-ea"/>
          <a:cs typeface="+mn-cs"/>
        </a:defRPr>
      </a:lvl7pPr>
      <a:lvl8pPr marL="2494200" algn="l" defTabSz="712629" rtl="0" eaLnBrk="1" latinLnBrk="0" hangingPunct="1">
        <a:defRPr sz="1343" kern="1200">
          <a:solidFill>
            <a:schemeClr val="tx1"/>
          </a:solidFill>
          <a:latin typeface="+mn-lt"/>
          <a:ea typeface="+mn-ea"/>
          <a:cs typeface="+mn-cs"/>
        </a:defRPr>
      </a:lvl8pPr>
      <a:lvl9pPr marL="2850514" algn="l" defTabSz="712629" rtl="0" eaLnBrk="1" latinLnBrk="0" hangingPunct="1">
        <a:defRPr sz="134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4EC91233-9897-53F3-E96E-B5D62FAB4916}"/>
              </a:ext>
            </a:extLst>
          </p:cNvPr>
          <p:cNvSpPr txBox="1"/>
          <p:nvPr/>
        </p:nvSpPr>
        <p:spPr>
          <a:xfrm>
            <a:off x="448871" y="287303"/>
            <a:ext cx="3732903" cy="1877437"/>
          </a:xfrm>
          <a:prstGeom prst="rect">
            <a:avLst/>
          </a:prstGeom>
          <a:noFill/>
        </p:spPr>
        <p:txBody>
          <a:bodyPr wrap="square" rtlCol="0">
            <a:spAutoFit/>
          </a:bodyPr>
          <a:lstStyle/>
          <a:p>
            <a:r>
              <a:rPr lang="de-DE" sz="3200" dirty="0" err="1">
                <a:solidFill>
                  <a:srgbClr val="36401F"/>
                </a:solidFill>
                <a:latin typeface="Salsa" panose="02000503060000020004" pitchFamily="2" charset="77"/>
              </a:rPr>
              <a:t>Japchae</a:t>
            </a:r>
            <a:endParaRPr lang="de-DE" sz="3200" dirty="0">
              <a:solidFill>
                <a:srgbClr val="36401F"/>
              </a:solidFill>
              <a:latin typeface="Salsa" panose="02000503060000020004" pitchFamily="2" charset="77"/>
            </a:endParaRPr>
          </a:p>
          <a:p>
            <a:endParaRPr lang="de-DE" sz="1200" dirty="0"/>
          </a:p>
          <a:p>
            <a:r>
              <a:rPr lang="de-DE" sz="1200" dirty="0" err="1">
                <a:latin typeface="Verdana" panose="020B0604030504040204" pitchFamily="34" charset="0"/>
                <a:ea typeface="Verdana" panose="020B0604030504040204" pitchFamily="34" charset="0"/>
                <a:cs typeface="Verdana" panose="020B0604030504040204" pitchFamily="34" charset="0"/>
              </a:rPr>
              <a:t>Japchae</a:t>
            </a:r>
            <a:r>
              <a:rPr lang="de-DE" sz="1200" dirty="0">
                <a:latin typeface="Verdana" panose="020B0604030504040204" pitchFamily="34" charset="0"/>
                <a:ea typeface="Verdana" panose="020B0604030504040204" pitchFamily="34" charset="0"/>
                <a:cs typeface="Verdana" panose="020B0604030504040204" pitchFamily="34" charset="0"/>
              </a:rPr>
              <a:t> (koreanisch: </a:t>
            </a:r>
            <a:r>
              <a:rPr lang="ko-KR" altLang="de-DE" sz="1200" dirty="0">
                <a:latin typeface="Verdana" panose="020B0604030504040204" pitchFamily="34" charset="0"/>
                <a:cs typeface="Verdana" panose="020B0604030504040204" pitchFamily="34" charset="0"/>
              </a:rPr>
              <a:t>잡채</a:t>
            </a:r>
            <a:r>
              <a:rPr lang="de-DE" altLang="ko-KR" sz="1200" dirty="0">
                <a:latin typeface="Verdana" panose="020B0604030504040204" pitchFamily="34" charset="0"/>
                <a:ea typeface="Verdana" panose="020B0604030504040204" pitchFamily="34" charset="0"/>
                <a:cs typeface="Verdana" panose="020B0604030504040204" pitchFamily="34" charset="0"/>
              </a:rPr>
              <a:t>) </a:t>
            </a:r>
            <a:r>
              <a:rPr lang="de-DE" sz="1200" dirty="0">
                <a:latin typeface="Verdana" panose="020B0604030504040204" pitchFamily="34" charset="0"/>
                <a:ea typeface="Verdana" panose="020B0604030504040204" pitchFamily="34" charset="0"/>
                <a:cs typeface="Verdana" panose="020B0604030504040204" pitchFamily="34" charset="0"/>
              </a:rPr>
              <a:t>kommt aus Korea und ist eine Art Nudelsalat aus Süßkartoffelnudeln, gebratenem Gemüse und Fleisch. Es kann als Beilage oder Hauptspeise gegessen werden und warm oder kalt serviert werden.</a:t>
            </a:r>
          </a:p>
        </p:txBody>
      </p:sp>
      <p:sp>
        <p:nvSpPr>
          <p:cNvPr id="3" name="Textfeld 2">
            <a:extLst>
              <a:ext uri="{FF2B5EF4-FFF2-40B4-BE49-F238E27FC236}">
                <a16:creationId xmlns:a16="http://schemas.microsoft.com/office/drawing/2014/main" id="{CCF381E1-19EF-DBD9-D4F4-E27E02C762E8}"/>
              </a:ext>
            </a:extLst>
          </p:cNvPr>
          <p:cNvSpPr txBox="1"/>
          <p:nvPr/>
        </p:nvSpPr>
        <p:spPr>
          <a:xfrm>
            <a:off x="448871" y="2302842"/>
            <a:ext cx="3125653" cy="2154436"/>
          </a:xfrm>
          <a:prstGeom prst="rect">
            <a:avLst/>
          </a:prstGeom>
          <a:noFill/>
        </p:spPr>
        <p:txBody>
          <a:bodyPr wrap="square" rtlCol="0">
            <a:spAutoFit/>
          </a:bodyPr>
          <a:lstStyle/>
          <a:p>
            <a:r>
              <a:rPr lang="de-DE" sz="1300" b="1" dirty="0">
                <a:solidFill>
                  <a:srgbClr val="36401F"/>
                </a:solidFill>
                <a:latin typeface="Verdana" panose="020B0604030504040204" pitchFamily="34" charset="0"/>
                <a:ea typeface="Verdana" panose="020B0604030504040204" pitchFamily="34" charset="0"/>
                <a:cs typeface="Verdana" panose="020B0604030504040204" pitchFamily="34" charset="0"/>
              </a:rPr>
              <a:t>Zutaten</a:t>
            </a:r>
          </a:p>
          <a:p>
            <a:r>
              <a:rPr lang="de-DE" sz="1100" dirty="0">
                <a:latin typeface="Verdana" panose="020B0604030504040204" pitchFamily="34" charset="0"/>
                <a:ea typeface="Verdana" panose="020B0604030504040204" pitchFamily="34" charset="0"/>
                <a:cs typeface="Verdana" panose="020B0604030504040204" pitchFamily="34" charset="0"/>
              </a:rPr>
              <a:t>500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koreanische Glasnudeln (</a:t>
            </a:r>
            <a:r>
              <a:rPr lang="ko-KR" altLang="de-DE" sz="1100" dirty="0">
                <a:latin typeface="Verdana" panose="020B0604030504040204" pitchFamily="34" charset="0"/>
                <a:cs typeface="Verdana" panose="020B0604030504040204" pitchFamily="34" charset="0"/>
              </a:rPr>
              <a:t>당면 </a:t>
            </a:r>
            <a:r>
              <a:rPr lang="de-DE" sz="1100" dirty="0" err="1">
                <a:latin typeface="Verdana" panose="020B0604030504040204" pitchFamily="34" charset="0"/>
                <a:ea typeface="Verdana" panose="020B0604030504040204" pitchFamily="34" charset="0"/>
                <a:cs typeface="Verdana" panose="020B0604030504040204" pitchFamily="34" charset="0"/>
              </a:rPr>
              <a:t>Dangmyeon</a:t>
            </a:r>
            <a:r>
              <a:rPr lang="de-DE" sz="1100" dirty="0">
                <a:latin typeface="Verdana" panose="020B0604030504040204" pitchFamily="34" charset="0"/>
                <a:ea typeface="Verdana" panose="020B0604030504040204" pitchFamily="34" charset="0"/>
                <a:cs typeface="Verdana" panose="020B0604030504040204" pitchFamily="34" charset="0"/>
              </a:rPr>
              <a:t>)</a:t>
            </a:r>
          </a:p>
          <a:p>
            <a:r>
              <a:rPr lang="de-DE" sz="1100" dirty="0">
                <a:latin typeface="Verdana" panose="020B0604030504040204" pitchFamily="34" charset="0"/>
                <a:ea typeface="Verdana" panose="020B0604030504040204" pitchFamily="34" charset="0"/>
                <a:cs typeface="Verdana" panose="020B0604030504040204" pitchFamily="34" charset="0"/>
              </a:rPr>
              <a:t>5 Zwiebeln</a:t>
            </a:r>
          </a:p>
          <a:p>
            <a:r>
              <a:rPr lang="de-DE" sz="1100" dirty="0">
                <a:latin typeface="Verdana" panose="020B0604030504040204" pitchFamily="34" charset="0"/>
                <a:ea typeface="Verdana" panose="020B0604030504040204" pitchFamily="34" charset="0"/>
                <a:cs typeface="Verdana" panose="020B0604030504040204" pitchFamily="34" charset="0"/>
              </a:rPr>
              <a:t>4 Möhren</a:t>
            </a:r>
          </a:p>
          <a:p>
            <a:r>
              <a:rPr lang="de-DE" sz="1100" dirty="0">
                <a:latin typeface="Verdana" panose="020B0604030504040204" pitchFamily="34" charset="0"/>
                <a:ea typeface="Verdana" panose="020B0604030504040204" pitchFamily="34" charset="0"/>
                <a:cs typeface="Verdana" panose="020B0604030504040204" pitchFamily="34" charset="0"/>
              </a:rPr>
              <a:t>400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Blattspinat (frisch oder tiefgefroren (vorher auftauen))</a:t>
            </a:r>
          </a:p>
          <a:p>
            <a:r>
              <a:rPr lang="de-DE" sz="1100" dirty="0">
                <a:latin typeface="Verdana" panose="020B0604030504040204" pitchFamily="34" charset="0"/>
                <a:ea typeface="Verdana" panose="020B0604030504040204" pitchFamily="34" charset="0"/>
                <a:cs typeface="Verdana" panose="020B0604030504040204" pitchFamily="34" charset="0"/>
              </a:rPr>
              <a:t>4 Shiitake Pilze</a:t>
            </a:r>
          </a:p>
          <a:p>
            <a:r>
              <a:rPr lang="de-DE" sz="1100" dirty="0">
                <a:latin typeface="Verdana" panose="020B0604030504040204" pitchFamily="34" charset="0"/>
                <a:ea typeface="Verdana" panose="020B0604030504040204" pitchFamily="34" charset="0"/>
                <a:cs typeface="Verdana" panose="020B0604030504040204" pitchFamily="34" charset="0"/>
              </a:rPr>
              <a:t>6 EL Sesamöl</a:t>
            </a:r>
          </a:p>
          <a:p>
            <a:r>
              <a:rPr lang="de-DE" sz="1100" dirty="0">
                <a:latin typeface="Verdana" panose="020B0604030504040204" pitchFamily="34" charset="0"/>
                <a:ea typeface="Verdana" panose="020B0604030504040204" pitchFamily="34" charset="0"/>
                <a:cs typeface="Verdana" panose="020B0604030504040204" pitchFamily="34" charset="0"/>
              </a:rPr>
              <a:t>6 EL Sojasoße</a:t>
            </a:r>
          </a:p>
          <a:p>
            <a:r>
              <a:rPr lang="de-DE" sz="1100" dirty="0">
                <a:latin typeface="Verdana" panose="020B0604030504040204" pitchFamily="34" charset="0"/>
                <a:ea typeface="Verdana" panose="020B0604030504040204" pitchFamily="34" charset="0"/>
                <a:cs typeface="Verdana" panose="020B0604030504040204" pitchFamily="34" charset="0"/>
              </a:rPr>
              <a:t>3 EL (brauner) Zucker</a:t>
            </a:r>
          </a:p>
          <a:p>
            <a:r>
              <a:rPr lang="de-DE" sz="1100" dirty="0">
                <a:latin typeface="Verdana" panose="020B0604030504040204" pitchFamily="34" charset="0"/>
                <a:ea typeface="Verdana" panose="020B0604030504040204" pitchFamily="34" charset="0"/>
                <a:cs typeface="Verdana" panose="020B0604030504040204" pitchFamily="34" charset="0"/>
              </a:rPr>
              <a:t>4 EL Sesam</a:t>
            </a:r>
          </a:p>
        </p:txBody>
      </p:sp>
      <p:sp>
        <p:nvSpPr>
          <p:cNvPr id="4" name="Textfeld 3">
            <a:extLst>
              <a:ext uri="{FF2B5EF4-FFF2-40B4-BE49-F238E27FC236}">
                <a16:creationId xmlns:a16="http://schemas.microsoft.com/office/drawing/2014/main" id="{F7499F8B-D061-4EF3-4E6F-B13EB5ABD32B}"/>
              </a:ext>
            </a:extLst>
          </p:cNvPr>
          <p:cNvSpPr txBox="1"/>
          <p:nvPr/>
        </p:nvSpPr>
        <p:spPr>
          <a:xfrm>
            <a:off x="4181774" y="2302842"/>
            <a:ext cx="3125653" cy="1477328"/>
          </a:xfrm>
          <a:prstGeom prst="rect">
            <a:avLst/>
          </a:prstGeom>
          <a:noFill/>
        </p:spPr>
        <p:txBody>
          <a:bodyPr wrap="square" rtlCol="0">
            <a:spAutoFit/>
          </a:bodyPr>
          <a:lstStyle/>
          <a:p>
            <a:r>
              <a:rPr lang="de-DE" sz="1300" b="1" dirty="0">
                <a:solidFill>
                  <a:srgbClr val="36401F"/>
                </a:solidFill>
                <a:latin typeface="Verdana" panose="020B0604030504040204" pitchFamily="34" charset="0"/>
                <a:ea typeface="Verdana" panose="020B0604030504040204" pitchFamily="34" charset="0"/>
                <a:cs typeface="Verdana" panose="020B0604030504040204" pitchFamily="34" charset="0"/>
              </a:rPr>
              <a:t>Marinade für das Fleisch</a:t>
            </a:r>
          </a:p>
          <a:p>
            <a:r>
              <a:rPr lang="de-DE" sz="1100" dirty="0">
                <a:latin typeface="Verdana" panose="020B0604030504040204" pitchFamily="34" charset="0"/>
                <a:ea typeface="Verdana" panose="020B0604030504040204" pitchFamily="34" charset="0"/>
                <a:cs typeface="Verdana" panose="020B0604030504040204" pitchFamily="34" charset="0"/>
              </a:rPr>
              <a:t>600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Rindfleisch                        </a:t>
            </a:r>
          </a:p>
          <a:p>
            <a:r>
              <a:rPr lang="de-DE" sz="1100" dirty="0">
                <a:latin typeface="Verdana" panose="020B0604030504040204" pitchFamily="34" charset="0"/>
                <a:ea typeface="Verdana" panose="020B0604030504040204" pitchFamily="34" charset="0"/>
                <a:cs typeface="Verdana" panose="020B0604030504040204" pitchFamily="34" charset="0"/>
              </a:rPr>
              <a:t>4 TL Sojasoße</a:t>
            </a:r>
          </a:p>
          <a:p>
            <a:r>
              <a:rPr lang="de-DE" sz="1100" dirty="0">
                <a:latin typeface="Verdana" panose="020B0604030504040204" pitchFamily="34" charset="0"/>
                <a:ea typeface="Verdana" panose="020B0604030504040204" pitchFamily="34" charset="0"/>
                <a:cs typeface="Verdana" panose="020B0604030504040204" pitchFamily="34" charset="0"/>
              </a:rPr>
              <a:t>2 TL Sesamöl</a:t>
            </a:r>
          </a:p>
          <a:p>
            <a:r>
              <a:rPr lang="de-DE" sz="1100" dirty="0">
                <a:latin typeface="Verdana" panose="020B0604030504040204" pitchFamily="34" charset="0"/>
                <a:ea typeface="Verdana" panose="020B0604030504040204" pitchFamily="34" charset="0"/>
                <a:cs typeface="Verdana" panose="020B0604030504040204" pitchFamily="34" charset="0"/>
              </a:rPr>
              <a:t>2 TL brauner Zucker</a:t>
            </a:r>
          </a:p>
          <a:p>
            <a:r>
              <a:rPr lang="de-DE" sz="1100" dirty="0">
                <a:latin typeface="Verdana" panose="020B0604030504040204" pitchFamily="34" charset="0"/>
                <a:ea typeface="Verdana" panose="020B0604030504040204" pitchFamily="34" charset="0"/>
                <a:cs typeface="Verdana" panose="020B0604030504040204" pitchFamily="34" charset="0"/>
              </a:rPr>
              <a:t>2 TL </a:t>
            </a:r>
            <a:r>
              <a:rPr lang="de-DE" sz="1100" dirty="0" err="1">
                <a:latin typeface="Verdana" panose="020B0604030504040204" pitchFamily="34" charset="0"/>
                <a:ea typeface="Verdana" panose="020B0604030504040204" pitchFamily="34" charset="0"/>
                <a:cs typeface="Verdana" panose="020B0604030504040204" pitchFamily="34" charset="0"/>
              </a:rPr>
              <a:t>Mirin</a:t>
            </a:r>
            <a:r>
              <a:rPr lang="de-DE" sz="1100" dirty="0">
                <a:latin typeface="Verdana" panose="020B0604030504040204" pitchFamily="34" charset="0"/>
                <a:ea typeface="Verdana" panose="020B0604030504040204" pitchFamily="34" charset="0"/>
                <a:cs typeface="Verdana" panose="020B0604030504040204" pitchFamily="34" charset="0"/>
              </a:rPr>
              <a:t> (Reiswein)</a:t>
            </a:r>
          </a:p>
          <a:p>
            <a:r>
              <a:rPr lang="de-DE" sz="1100" dirty="0">
                <a:latin typeface="Verdana" panose="020B0604030504040204" pitchFamily="34" charset="0"/>
                <a:ea typeface="Verdana" panose="020B0604030504040204" pitchFamily="34" charset="0"/>
                <a:cs typeface="Verdana" panose="020B0604030504040204" pitchFamily="34" charset="0"/>
              </a:rPr>
              <a:t>2 Knoblauchzehe (bei Bedarf mehr)</a:t>
            </a:r>
          </a:p>
          <a:p>
            <a:r>
              <a:rPr lang="de-DE" sz="1100" dirty="0">
                <a:latin typeface="Verdana" panose="020B0604030504040204" pitchFamily="34" charset="0"/>
                <a:ea typeface="Verdana" panose="020B0604030504040204" pitchFamily="34" charset="0"/>
                <a:cs typeface="Verdana" panose="020B0604030504040204" pitchFamily="34" charset="0"/>
              </a:rPr>
              <a:t>Pfeffer</a:t>
            </a:r>
          </a:p>
        </p:txBody>
      </p:sp>
      <p:sp>
        <p:nvSpPr>
          <p:cNvPr id="5" name="Textfeld 4">
            <a:extLst>
              <a:ext uri="{FF2B5EF4-FFF2-40B4-BE49-F238E27FC236}">
                <a16:creationId xmlns:a16="http://schemas.microsoft.com/office/drawing/2014/main" id="{69AFAD1C-DCD5-86DD-735E-E8AFE70D30B1}"/>
              </a:ext>
            </a:extLst>
          </p:cNvPr>
          <p:cNvSpPr txBox="1"/>
          <p:nvPr/>
        </p:nvSpPr>
        <p:spPr>
          <a:xfrm>
            <a:off x="448871" y="4552349"/>
            <a:ext cx="6858556" cy="5593839"/>
          </a:xfrm>
          <a:prstGeom prst="rect">
            <a:avLst/>
          </a:prstGeom>
          <a:noFill/>
        </p:spPr>
        <p:txBody>
          <a:bodyPr wrap="square" rtlCol="0">
            <a:spAutoFit/>
          </a:bodyPr>
          <a:lstStyle/>
          <a:p>
            <a:r>
              <a:rPr lang="de-DE" sz="1400" b="1" dirty="0">
                <a:solidFill>
                  <a:srgbClr val="36401F"/>
                </a:solidFill>
                <a:latin typeface="Verdana" panose="020B0604030504040204" pitchFamily="34" charset="0"/>
                <a:ea typeface="Verdana" panose="020B0604030504040204" pitchFamily="34" charset="0"/>
                <a:cs typeface="Verdana" panose="020B0604030504040204" pitchFamily="34" charset="0"/>
              </a:rPr>
              <a:t>Zubereitung</a:t>
            </a: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Fleisch</a:t>
            </a:r>
          </a:p>
          <a:p>
            <a:pPr marL="180975"/>
            <a:r>
              <a:rPr lang="de-DE" sz="1050" dirty="0">
                <a:latin typeface="Verdana" panose="020B0604030504040204" pitchFamily="34" charset="0"/>
                <a:ea typeface="Verdana" panose="020B0604030504040204" pitchFamily="34" charset="0"/>
                <a:cs typeface="Verdana" panose="020B0604030504040204" pitchFamily="34" charset="0"/>
              </a:rPr>
              <a:t>Fleisch in Mundgerechte Stücke schneiden. Diese mit Knoblauch, Zucker, Pfeffer, Sojasoße und Sesamöl vermengen. Für ca. 60 Minuten in den Kühlschrank stellen.</a:t>
            </a:r>
            <a:endParaRPr lang="de-DE" sz="1100" dirty="0">
              <a:latin typeface="Verdana" panose="020B0604030504040204" pitchFamily="34" charset="0"/>
              <a:ea typeface="Verdana" panose="020B0604030504040204" pitchFamily="34" charset="0"/>
              <a:cs typeface="Verdana" panose="020B0604030504040204" pitchFamily="34" charset="0"/>
            </a:endParaRP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Nudeln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Nudeln nach Packungsanleitung kochen (meistens um die 6 Minuten) oder für ca. 30 Minuten in kochendem Wasser einweichen. Die nudeln sollten durchsichtig werden und bis in die Mitte weich sein.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Die fertig gekochten Nudeln abgießen und mit der Schere zerteilen, damit sie kürzer werden. Während sie noch warm sind mit Sojasoße, Sesamöl und Zucker würzen.</a:t>
            </a:r>
            <a:endParaRPr lang="de-DE" sz="1100" dirty="0">
              <a:latin typeface="Verdana" panose="020B0604030504040204" pitchFamily="34" charset="0"/>
              <a:ea typeface="Verdana" panose="020B0604030504040204" pitchFamily="34" charset="0"/>
              <a:cs typeface="Verdana" panose="020B0604030504040204" pitchFamily="34" charset="0"/>
            </a:endParaRP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Gemüse</a:t>
            </a:r>
          </a:p>
          <a:p>
            <a:pPr marL="180975"/>
            <a:r>
              <a:rPr lang="de-DE" sz="1050" dirty="0">
                <a:latin typeface="Verdana" panose="020B0604030504040204" pitchFamily="34" charset="0"/>
                <a:ea typeface="Verdana" panose="020B0604030504040204" pitchFamily="34" charset="0"/>
                <a:cs typeface="Verdana" panose="020B0604030504040204" pitchFamily="34" charset="0"/>
              </a:rPr>
              <a:t>Zwiebeln in kleine Spalten schneiden. Die Möhren in kleine, dünne Streifen schneiden. Eventuell </a:t>
            </a:r>
            <a:r>
              <a:rPr lang="de-DE" sz="1050" dirty="0" err="1">
                <a:latin typeface="Verdana" panose="020B0604030504040204" pitchFamily="34" charset="0"/>
                <a:ea typeface="Verdana" panose="020B0604030504040204" pitchFamily="34" charset="0"/>
                <a:cs typeface="Verdana" panose="020B0604030504040204" pitchFamily="34" charset="0"/>
              </a:rPr>
              <a:t>Julienschneider</a:t>
            </a:r>
            <a:r>
              <a:rPr lang="de-DE" sz="1050" dirty="0">
                <a:latin typeface="Verdana" panose="020B0604030504040204" pitchFamily="34" charset="0"/>
                <a:ea typeface="Verdana" panose="020B0604030504040204" pitchFamily="34" charset="0"/>
                <a:cs typeface="Verdana" panose="020B0604030504040204" pitchFamily="34" charset="0"/>
              </a:rPr>
              <a:t>/-raspel verwenden.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Bei frischem Spinat: Den Spinat für ca. 30 Sekunden in kochendem Wasser blanchieren. Unter kaltem Wasser abschrecken. Aus dem Spinat das Wasser herausdrücken.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Bei getrockneten Shiitake Pilzen: Die Pilze in warmem Wasser quellen lassen, bis sie sich vollgesaugt haben. Unter kaltem Wasser die Pilze säubern. Die Pilze in dünne Streifen schneiden.</a:t>
            </a: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Anbraten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Man kann alles in einer Pfanne nacheinander anbraten: Zwiebeln -&gt; Möhren -&gt; Pilze -&gt; Spinat -&gt; Fleisch. Eventuell zwischendrin Krümel entfernen oder etwas Öl nachschütten.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Etwas Öl in die Pfanne geben und die Zwiebeln mit einer Prise Salz anbraten. Sie sollten durchsichtig, aber nicht braun werden. Aus der Pfanne nehmen.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In etwas Öl die Möhren mit einer Prise Salz ca. 1 Minute anbraten, bis sie noch ein wenig Biss haben. Aus der Pfanne nehmen.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Die Pile mit etwas Öl und einer Prise Salz für etwa 3 Minuten anbraten.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Den Spinat in etwas Öl und einer Prise Salz für ca. 30 Sekunden anbraten. Aus der Pfanne nehmen.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Das marinierte Fleisch in etwas Öl scharf anbraten, eventuell in mehreren kleineren Portionen. Aus der Pfanne nehmen.</a:t>
            </a: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Mischen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Mixe alle gebratenen Zutaten mit den Nudeln. Mit den Händen geht das sehr einfach.</a:t>
            </a:r>
          </a:p>
          <a:p>
            <a:pPr marL="180975"/>
            <a:r>
              <a:rPr lang="de-DE" sz="1050" dirty="0">
                <a:latin typeface="Verdana" panose="020B0604030504040204" pitchFamily="34" charset="0"/>
                <a:ea typeface="Verdana" panose="020B0604030504040204" pitchFamily="34" charset="0"/>
                <a:cs typeface="Verdana" panose="020B0604030504040204" pitchFamily="34" charset="0"/>
              </a:rPr>
              <a:t>Eventuell noch abschmecken mit etwas Sojasoße (2 EL), Zucker (2 TL) und Sesamöl (1,5 EL).</a:t>
            </a:r>
          </a:p>
        </p:txBody>
      </p:sp>
      <p:sp>
        <p:nvSpPr>
          <p:cNvPr id="6" name="Abgerundetes Rechteck 5">
            <a:extLst>
              <a:ext uri="{FF2B5EF4-FFF2-40B4-BE49-F238E27FC236}">
                <a16:creationId xmlns:a16="http://schemas.microsoft.com/office/drawing/2014/main" id="{B7728644-EC91-6EB9-8A7C-03281E7A25C1}"/>
              </a:ext>
            </a:extLst>
          </p:cNvPr>
          <p:cNvSpPr/>
          <p:nvPr/>
        </p:nvSpPr>
        <p:spPr>
          <a:xfrm>
            <a:off x="416597" y="4552349"/>
            <a:ext cx="6984663" cy="5955476"/>
          </a:xfrm>
          <a:prstGeom prst="roundRect">
            <a:avLst>
              <a:gd name="adj" fmla="val 2397"/>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Abgerundetes Rechteck 7">
            <a:extLst>
              <a:ext uri="{FF2B5EF4-FFF2-40B4-BE49-F238E27FC236}">
                <a16:creationId xmlns:a16="http://schemas.microsoft.com/office/drawing/2014/main" id="{7D6F75CE-314A-DFF2-B3AE-D39838B7230F}"/>
              </a:ext>
            </a:extLst>
          </p:cNvPr>
          <p:cNvSpPr/>
          <p:nvPr/>
        </p:nvSpPr>
        <p:spPr>
          <a:xfrm>
            <a:off x="416596" y="2259810"/>
            <a:ext cx="6984663" cy="2154436"/>
          </a:xfrm>
          <a:prstGeom prst="roundRect">
            <a:avLst>
              <a:gd name="adj" fmla="val 2397"/>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Abgerundetes Rechteck 8">
            <a:extLst>
              <a:ext uri="{FF2B5EF4-FFF2-40B4-BE49-F238E27FC236}">
                <a16:creationId xmlns:a16="http://schemas.microsoft.com/office/drawing/2014/main" id="{FA3BE621-7F33-1D74-B6BB-4E49D5679CEA}"/>
              </a:ext>
            </a:extLst>
          </p:cNvPr>
          <p:cNvSpPr/>
          <p:nvPr/>
        </p:nvSpPr>
        <p:spPr>
          <a:xfrm>
            <a:off x="6325848" y="1903130"/>
            <a:ext cx="1075411" cy="261610"/>
          </a:xfrm>
          <a:prstGeom prst="roundRect">
            <a:avLst>
              <a:gd name="adj" fmla="val 37381"/>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Textfeld 9">
            <a:extLst>
              <a:ext uri="{FF2B5EF4-FFF2-40B4-BE49-F238E27FC236}">
                <a16:creationId xmlns:a16="http://schemas.microsoft.com/office/drawing/2014/main" id="{F392A938-768E-7846-BD60-4D358E11ADA6}"/>
              </a:ext>
            </a:extLst>
          </p:cNvPr>
          <p:cNvSpPr txBox="1"/>
          <p:nvPr/>
        </p:nvSpPr>
        <p:spPr>
          <a:xfrm>
            <a:off x="6562328" y="1903130"/>
            <a:ext cx="838931" cy="253916"/>
          </a:xfrm>
          <a:prstGeom prst="rect">
            <a:avLst/>
          </a:prstGeom>
          <a:noFill/>
        </p:spPr>
        <p:txBody>
          <a:bodyPr wrap="square" rtlCol="0">
            <a:spAutoFit/>
          </a:bodyPr>
          <a:lstStyle/>
          <a:p>
            <a:r>
              <a:rPr lang="de-DE" sz="1050" dirty="0">
                <a:latin typeface="Verdana" panose="020B0604030504040204" pitchFamily="34" charset="0"/>
                <a:ea typeface="Verdana" panose="020B0604030504040204" pitchFamily="34" charset="0"/>
                <a:cs typeface="Verdana" panose="020B0604030504040204" pitchFamily="34" charset="0"/>
              </a:rPr>
              <a:t>1 Stunde</a:t>
            </a:r>
          </a:p>
        </p:txBody>
      </p:sp>
      <p:pic>
        <p:nvPicPr>
          <p:cNvPr id="12" name="Grafik 11">
            <a:extLst>
              <a:ext uri="{FF2B5EF4-FFF2-40B4-BE49-F238E27FC236}">
                <a16:creationId xmlns:a16="http://schemas.microsoft.com/office/drawing/2014/main" id="{5AD9089D-F2DB-EB33-BB75-C538C5CA3B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1354" y="1954601"/>
            <a:ext cx="150973" cy="150973"/>
          </a:xfrm>
          <a:prstGeom prst="rect">
            <a:avLst/>
          </a:prstGeom>
        </p:spPr>
      </p:pic>
      <p:sp>
        <p:nvSpPr>
          <p:cNvPr id="7" name="Abgerundetes Rechteck 6">
            <a:extLst>
              <a:ext uri="{FF2B5EF4-FFF2-40B4-BE49-F238E27FC236}">
                <a16:creationId xmlns:a16="http://schemas.microsoft.com/office/drawing/2014/main" id="{2F6EDE8D-DD4D-793E-0362-24E99CDD3539}"/>
              </a:ext>
            </a:extLst>
          </p:cNvPr>
          <p:cNvSpPr/>
          <p:nvPr/>
        </p:nvSpPr>
        <p:spPr>
          <a:xfrm>
            <a:off x="6191584" y="1542570"/>
            <a:ext cx="1209675" cy="261610"/>
          </a:xfrm>
          <a:prstGeom prst="roundRect">
            <a:avLst>
              <a:gd name="adj" fmla="val 37381"/>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5D944E81-2476-0C38-354D-3D5C76BE1946}"/>
              </a:ext>
            </a:extLst>
          </p:cNvPr>
          <p:cNvSpPr txBox="1"/>
          <p:nvPr/>
        </p:nvSpPr>
        <p:spPr>
          <a:xfrm>
            <a:off x="6428064" y="1542570"/>
            <a:ext cx="973195" cy="253916"/>
          </a:xfrm>
          <a:prstGeom prst="rect">
            <a:avLst/>
          </a:prstGeom>
          <a:noFill/>
        </p:spPr>
        <p:txBody>
          <a:bodyPr wrap="square" rtlCol="0">
            <a:spAutoFit/>
          </a:bodyPr>
          <a:lstStyle/>
          <a:p>
            <a:r>
              <a:rPr lang="de-DE" sz="1050" dirty="0">
                <a:latin typeface="Verdana" panose="020B0604030504040204" pitchFamily="34" charset="0"/>
                <a:ea typeface="Verdana" panose="020B0604030504040204" pitchFamily="34" charset="0"/>
                <a:cs typeface="Verdana" panose="020B0604030504040204" pitchFamily="34" charset="0"/>
              </a:rPr>
              <a:t>4 Portionen</a:t>
            </a:r>
          </a:p>
        </p:txBody>
      </p:sp>
      <p:pic>
        <p:nvPicPr>
          <p:cNvPr id="15" name="Grafik 14">
            <a:extLst>
              <a:ext uri="{FF2B5EF4-FFF2-40B4-BE49-F238E27FC236}">
                <a16:creationId xmlns:a16="http://schemas.microsoft.com/office/drawing/2014/main" id="{106772FA-C919-22FF-1B4C-9009C54BBFA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83711" y="1597999"/>
            <a:ext cx="135450" cy="154800"/>
          </a:xfrm>
          <a:prstGeom prst="rect">
            <a:avLst/>
          </a:prstGeom>
        </p:spPr>
      </p:pic>
      <p:pic>
        <p:nvPicPr>
          <p:cNvPr id="17" name="Grafik 16">
            <a:extLst>
              <a:ext uri="{FF2B5EF4-FFF2-40B4-BE49-F238E27FC236}">
                <a16:creationId xmlns:a16="http://schemas.microsoft.com/office/drawing/2014/main" id="{FC0E06A6-8101-12BB-BC57-0C292AEF6CAC}"/>
              </a:ext>
            </a:extLst>
          </p:cNvPr>
          <p:cNvPicPr>
            <a:picLocks noChangeAspect="1"/>
          </p:cNvPicPr>
          <p:nvPr/>
        </p:nvPicPr>
        <p:blipFill rotWithShape="1">
          <a:blip r:embed="rId5">
            <a:extLst>
              <a:ext uri="{28A0092B-C50C-407E-A947-70E740481C1C}">
                <a14:useLocalDpi xmlns:a14="http://schemas.microsoft.com/office/drawing/2010/main" val="0"/>
              </a:ext>
            </a:extLst>
          </a:blip>
          <a:srcRect l="17859" t="9972" r="17956" b="10059"/>
          <a:stretch/>
        </p:blipFill>
        <p:spPr>
          <a:xfrm>
            <a:off x="4267280" y="439483"/>
            <a:ext cx="1838072" cy="1717563"/>
          </a:xfrm>
          <a:prstGeom prst="rect">
            <a:avLst/>
          </a:prstGeom>
        </p:spPr>
      </p:pic>
    </p:spTree>
    <p:extLst>
      <p:ext uri="{BB962C8B-B14F-4D97-AF65-F5344CB8AC3E}">
        <p14:creationId xmlns:p14="http://schemas.microsoft.com/office/powerpoint/2010/main" val="3025561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4EC91233-9897-53F3-E96E-B5D62FAB4916}"/>
              </a:ext>
            </a:extLst>
          </p:cNvPr>
          <p:cNvSpPr txBox="1"/>
          <p:nvPr/>
        </p:nvSpPr>
        <p:spPr>
          <a:xfrm>
            <a:off x="448871" y="287303"/>
            <a:ext cx="3732903" cy="1692771"/>
          </a:xfrm>
          <a:prstGeom prst="rect">
            <a:avLst/>
          </a:prstGeom>
          <a:noFill/>
        </p:spPr>
        <p:txBody>
          <a:bodyPr wrap="square" rtlCol="0">
            <a:spAutoFit/>
          </a:bodyPr>
          <a:lstStyle/>
          <a:p>
            <a:r>
              <a:rPr lang="de-DE" sz="3200" dirty="0">
                <a:solidFill>
                  <a:srgbClr val="36401F"/>
                </a:solidFill>
                <a:latin typeface="Salsa" panose="02000503060000020004" pitchFamily="2" charset="77"/>
              </a:rPr>
              <a:t>Wurstgulasch</a:t>
            </a:r>
          </a:p>
          <a:p>
            <a:endParaRPr lang="de-DE" sz="1200" dirty="0"/>
          </a:p>
          <a:p>
            <a:r>
              <a:rPr lang="de-DE" sz="1200" dirty="0">
                <a:latin typeface="Verdana" panose="020B0604030504040204" pitchFamily="34" charset="0"/>
                <a:ea typeface="Verdana" panose="020B0604030504040204" pitchFamily="34" charset="0"/>
                <a:cs typeface="Verdana" panose="020B0604030504040204" pitchFamily="34" charset="0"/>
              </a:rPr>
              <a:t>Wurstgulasch entstand in der DDR als Alternative zu normalem Gulasch. Dabei wird Jagdwurst in einer Tomatensoße aus Tomatenmark oder Ketchup auf Nudeln serviert.</a:t>
            </a:r>
          </a:p>
        </p:txBody>
      </p:sp>
      <p:sp>
        <p:nvSpPr>
          <p:cNvPr id="3" name="Textfeld 2">
            <a:extLst>
              <a:ext uri="{FF2B5EF4-FFF2-40B4-BE49-F238E27FC236}">
                <a16:creationId xmlns:a16="http://schemas.microsoft.com/office/drawing/2014/main" id="{CCF381E1-19EF-DBD9-D4F4-E27E02C762E8}"/>
              </a:ext>
            </a:extLst>
          </p:cNvPr>
          <p:cNvSpPr txBox="1"/>
          <p:nvPr/>
        </p:nvSpPr>
        <p:spPr>
          <a:xfrm>
            <a:off x="448871" y="2302842"/>
            <a:ext cx="3125653" cy="2154436"/>
          </a:xfrm>
          <a:prstGeom prst="rect">
            <a:avLst/>
          </a:prstGeom>
          <a:noFill/>
        </p:spPr>
        <p:txBody>
          <a:bodyPr wrap="square" rtlCol="0">
            <a:spAutoFit/>
          </a:bodyPr>
          <a:lstStyle/>
          <a:p>
            <a:r>
              <a:rPr lang="de-DE" sz="1300" b="1" dirty="0">
                <a:solidFill>
                  <a:srgbClr val="36401F"/>
                </a:solidFill>
                <a:latin typeface="Verdana" panose="020B0604030504040204" pitchFamily="34" charset="0"/>
                <a:ea typeface="Verdana" panose="020B0604030504040204" pitchFamily="34" charset="0"/>
                <a:cs typeface="Verdana" panose="020B0604030504040204" pitchFamily="34" charset="0"/>
              </a:rPr>
              <a:t>Zutaten</a:t>
            </a:r>
          </a:p>
          <a:p>
            <a:r>
              <a:rPr lang="de-DE" sz="1100" dirty="0">
                <a:latin typeface="Verdana" panose="020B0604030504040204" pitchFamily="34" charset="0"/>
                <a:ea typeface="Verdana" panose="020B0604030504040204" pitchFamily="34" charset="0"/>
                <a:cs typeface="Verdana" panose="020B0604030504040204" pitchFamily="34" charset="0"/>
              </a:rPr>
              <a:t>500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Jagdwurst</a:t>
            </a:r>
          </a:p>
          <a:p>
            <a:r>
              <a:rPr lang="de-DE" sz="1100" dirty="0">
                <a:latin typeface="Verdana" panose="020B0604030504040204" pitchFamily="34" charset="0"/>
                <a:ea typeface="Verdana" panose="020B0604030504040204" pitchFamily="34" charset="0"/>
                <a:cs typeface="Verdana" panose="020B0604030504040204" pitchFamily="34" charset="0"/>
              </a:rPr>
              <a:t>1 Zwiebeln</a:t>
            </a:r>
          </a:p>
          <a:p>
            <a:r>
              <a:rPr lang="de-DE" sz="1100" dirty="0">
                <a:latin typeface="Verdana" panose="020B0604030504040204" pitchFamily="34" charset="0"/>
                <a:ea typeface="Verdana" panose="020B0604030504040204" pitchFamily="34" charset="0"/>
                <a:cs typeface="Verdana" panose="020B0604030504040204" pitchFamily="34" charset="0"/>
              </a:rPr>
              <a:t>1 EL Öl</a:t>
            </a:r>
          </a:p>
          <a:p>
            <a:r>
              <a:rPr lang="de-DE" sz="1100" dirty="0">
                <a:latin typeface="Verdana" panose="020B0604030504040204" pitchFamily="34" charset="0"/>
                <a:ea typeface="Verdana" panose="020B0604030504040204" pitchFamily="34" charset="0"/>
                <a:cs typeface="Verdana" panose="020B0604030504040204" pitchFamily="34" charset="0"/>
              </a:rPr>
              <a:t>1-2 </a:t>
            </a:r>
            <a:r>
              <a:rPr lang="de-DE" sz="1100" dirty="0" err="1">
                <a:latin typeface="Verdana" panose="020B0604030504040204" pitchFamily="34" charset="0"/>
                <a:ea typeface="Verdana" panose="020B0604030504040204" pitchFamily="34" charset="0"/>
                <a:cs typeface="Verdana" panose="020B0604030504040204" pitchFamily="34" charset="0"/>
              </a:rPr>
              <a:t>ELTomatenmark</a:t>
            </a:r>
            <a:endParaRPr lang="de-DE" sz="1100" dirty="0">
              <a:latin typeface="Verdana" panose="020B0604030504040204" pitchFamily="34" charset="0"/>
              <a:ea typeface="Verdana" panose="020B0604030504040204" pitchFamily="34" charset="0"/>
              <a:cs typeface="Verdana" panose="020B0604030504040204" pitchFamily="34" charset="0"/>
            </a:endParaRPr>
          </a:p>
          <a:p>
            <a:r>
              <a:rPr lang="de-DE" sz="1100" dirty="0">
                <a:latin typeface="Verdana" panose="020B0604030504040204" pitchFamily="34" charset="0"/>
                <a:ea typeface="Verdana" panose="020B0604030504040204" pitchFamily="34" charset="0"/>
                <a:cs typeface="Verdana" panose="020B0604030504040204" pitchFamily="34" charset="0"/>
              </a:rPr>
              <a:t>3 EL Ketchup</a:t>
            </a:r>
          </a:p>
          <a:p>
            <a:r>
              <a:rPr lang="de-DE" sz="1100" dirty="0">
                <a:latin typeface="Verdana" panose="020B0604030504040204" pitchFamily="34" charset="0"/>
                <a:ea typeface="Verdana" panose="020B0604030504040204" pitchFamily="34" charset="0"/>
                <a:cs typeface="Verdana" panose="020B0604030504040204" pitchFamily="34" charset="0"/>
              </a:rPr>
              <a:t>4 EL Mehl</a:t>
            </a:r>
          </a:p>
          <a:p>
            <a:r>
              <a:rPr lang="de-DE" sz="1100" dirty="0">
                <a:latin typeface="Verdana" panose="020B0604030504040204" pitchFamily="34" charset="0"/>
                <a:ea typeface="Verdana" panose="020B0604030504040204" pitchFamily="34" charset="0"/>
                <a:cs typeface="Verdana" panose="020B0604030504040204" pitchFamily="34" charset="0"/>
              </a:rPr>
              <a:t>1 Liter Wasser</a:t>
            </a:r>
          </a:p>
          <a:p>
            <a:r>
              <a:rPr lang="de-DE" sz="1100" dirty="0">
                <a:latin typeface="Verdana" panose="020B0604030504040204" pitchFamily="34" charset="0"/>
                <a:ea typeface="Verdana" panose="020B0604030504040204" pitchFamily="34" charset="0"/>
                <a:cs typeface="Verdana" panose="020B0604030504040204" pitchFamily="34" charset="0"/>
              </a:rPr>
              <a:t>gekörnte Rinderbrühe</a:t>
            </a:r>
          </a:p>
          <a:p>
            <a:r>
              <a:rPr lang="de-DE" sz="1100" dirty="0">
                <a:latin typeface="Verdana" panose="020B0604030504040204" pitchFamily="34" charset="0"/>
                <a:ea typeface="Verdana" panose="020B0604030504040204" pitchFamily="34" charset="0"/>
                <a:cs typeface="Verdana" panose="020B0604030504040204" pitchFamily="34" charset="0"/>
              </a:rPr>
              <a:t>Paprikapulver</a:t>
            </a:r>
          </a:p>
          <a:p>
            <a:r>
              <a:rPr lang="de-DE" sz="1100" dirty="0">
                <a:latin typeface="Verdana" panose="020B0604030504040204" pitchFamily="34" charset="0"/>
                <a:ea typeface="Verdana" panose="020B0604030504040204" pitchFamily="34" charset="0"/>
                <a:cs typeface="Verdana" panose="020B0604030504040204" pitchFamily="34" charset="0"/>
              </a:rPr>
              <a:t>Salz</a:t>
            </a:r>
          </a:p>
          <a:p>
            <a:r>
              <a:rPr lang="de-DE" sz="1100" dirty="0">
                <a:latin typeface="Verdana" panose="020B0604030504040204" pitchFamily="34" charset="0"/>
                <a:ea typeface="Verdana" panose="020B0604030504040204" pitchFamily="34" charset="0"/>
                <a:cs typeface="Verdana" panose="020B0604030504040204" pitchFamily="34" charset="0"/>
              </a:rPr>
              <a:t>Pfeffer</a:t>
            </a:r>
          </a:p>
        </p:txBody>
      </p:sp>
      <p:sp>
        <p:nvSpPr>
          <p:cNvPr id="5" name="Textfeld 4">
            <a:extLst>
              <a:ext uri="{FF2B5EF4-FFF2-40B4-BE49-F238E27FC236}">
                <a16:creationId xmlns:a16="http://schemas.microsoft.com/office/drawing/2014/main" id="{69AFAD1C-DCD5-86DD-735E-E8AFE70D30B1}"/>
              </a:ext>
            </a:extLst>
          </p:cNvPr>
          <p:cNvSpPr txBox="1"/>
          <p:nvPr/>
        </p:nvSpPr>
        <p:spPr>
          <a:xfrm>
            <a:off x="448871" y="4584623"/>
            <a:ext cx="6858556" cy="3008516"/>
          </a:xfrm>
          <a:prstGeom prst="rect">
            <a:avLst/>
          </a:prstGeom>
          <a:noFill/>
        </p:spPr>
        <p:txBody>
          <a:bodyPr wrap="square" rtlCol="0">
            <a:spAutoFit/>
          </a:bodyPr>
          <a:lstStyle/>
          <a:p>
            <a:r>
              <a:rPr lang="de-DE" sz="1400" b="1" dirty="0">
                <a:solidFill>
                  <a:srgbClr val="36401F"/>
                </a:solidFill>
                <a:latin typeface="Verdana" panose="020B0604030504040204" pitchFamily="34" charset="0"/>
                <a:ea typeface="Verdana" panose="020B0604030504040204" pitchFamily="34" charset="0"/>
                <a:cs typeface="Verdana" panose="020B0604030504040204" pitchFamily="34" charset="0"/>
              </a:rPr>
              <a:t>Zubereitung</a:t>
            </a: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Vorbereitung</a:t>
            </a:r>
          </a:p>
          <a:p>
            <a:pPr marL="180975"/>
            <a:r>
              <a:rPr lang="de-DE" sz="1050" dirty="0">
                <a:latin typeface="Verdana" panose="020B0604030504040204" pitchFamily="34" charset="0"/>
                <a:ea typeface="Verdana" panose="020B0604030504040204" pitchFamily="34" charset="0"/>
                <a:cs typeface="Verdana" panose="020B0604030504040204" pitchFamily="34" charset="0"/>
              </a:rPr>
              <a:t>Zwiebel in kleine und die Jagdwurst in größere Würfel schneiden.</a:t>
            </a: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Anbraten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Das Öl in einem Topf erhitzen und die Zwiebel darin glasig anschwitzen. Die Jagdwurst dazugeben und mit anbraten.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Tomatenmark und Ketchup mit in den Topf geben und auch mit anbraten. Das Mehl </a:t>
            </a:r>
            <a:r>
              <a:rPr lang="de-DE" sz="1050" dirty="0" err="1">
                <a:latin typeface="Verdana" panose="020B0604030504040204" pitchFamily="34" charset="0"/>
                <a:ea typeface="Verdana" panose="020B0604030504040204" pitchFamily="34" charset="0"/>
                <a:cs typeface="Verdana" panose="020B0604030504040204" pitchFamily="34" charset="0"/>
              </a:rPr>
              <a:t>darüberstäuben</a:t>
            </a:r>
            <a:r>
              <a:rPr lang="de-DE" sz="1050" dirty="0">
                <a:latin typeface="Verdana" panose="020B0604030504040204" pitchFamily="34" charset="0"/>
                <a:ea typeface="Verdana" panose="020B0604030504040204" pitchFamily="34" charset="0"/>
                <a:cs typeface="Verdana" panose="020B0604030504040204" pitchFamily="34" charset="0"/>
              </a:rPr>
              <a:t> und kurz anrösten.</a:t>
            </a:r>
            <a:endParaRPr lang="de-DE" sz="1100" dirty="0">
              <a:latin typeface="Verdana" panose="020B0604030504040204" pitchFamily="34" charset="0"/>
              <a:ea typeface="Verdana" panose="020B0604030504040204" pitchFamily="34" charset="0"/>
              <a:cs typeface="Verdana" panose="020B0604030504040204" pitchFamily="34" charset="0"/>
            </a:endParaRP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Ablöschen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Das Wasser nach und nach einrühren, damit keine Klümpchen entstehen. Dabei den Bratensatz lösen. Zum Kochen bringen und für ca. 20 Minuten bei geringer Hitze köcheln lassen.</a:t>
            </a: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Würzen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Mit Salz, Pfeffer, Paprika und gekörnter Rinderbrühe den Wurstgulasch nach Geschmack würzen.</a:t>
            </a: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Servieren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Während des Kochens die Nudeln nach Packungsanleitung zubereiten. Diese dann mit dem Wurstgulasch und gern mit geriebenem Käse servieren.</a:t>
            </a:r>
          </a:p>
        </p:txBody>
      </p:sp>
      <p:sp>
        <p:nvSpPr>
          <p:cNvPr id="6" name="Abgerundetes Rechteck 5">
            <a:extLst>
              <a:ext uri="{FF2B5EF4-FFF2-40B4-BE49-F238E27FC236}">
                <a16:creationId xmlns:a16="http://schemas.microsoft.com/office/drawing/2014/main" id="{B7728644-EC91-6EB9-8A7C-03281E7A25C1}"/>
              </a:ext>
            </a:extLst>
          </p:cNvPr>
          <p:cNvSpPr/>
          <p:nvPr/>
        </p:nvSpPr>
        <p:spPr>
          <a:xfrm>
            <a:off x="416597" y="4584623"/>
            <a:ext cx="6984663" cy="3008516"/>
          </a:xfrm>
          <a:prstGeom prst="roundRect">
            <a:avLst>
              <a:gd name="adj" fmla="val 2397"/>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Abgerundetes Rechteck 7">
            <a:extLst>
              <a:ext uri="{FF2B5EF4-FFF2-40B4-BE49-F238E27FC236}">
                <a16:creationId xmlns:a16="http://schemas.microsoft.com/office/drawing/2014/main" id="{7D6F75CE-314A-DFF2-B3AE-D39838B7230F}"/>
              </a:ext>
            </a:extLst>
          </p:cNvPr>
          <p:cNvSpPr/>
          <p:nvPr/>
        </p:nvSpPr>
        <p:spPr>
          <a:xfrm>
            <a:off x="416597" y="2259810"/>
            <a:ext cx="1777964" cy="2197468"/>
          </a:xfrm>
          <a:prstGeom prst="roundRect">
            <a:avLst>
              <a:gd name="adj" fmla="val 2397"/>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Abgerundetes Rechteck 6">
            <a:extLst>
              <a:ext uri="{FF2B5EF4-FFF2-40B4-BE49-F238E27FC236}">
                <a16:creationId xmlns:a16="http://schemas.microsoft.com/office/drawing/2014/main" id="{8D813B4A-83DE-E8F6-164D-53E076DFEB14}"/>
              </a:ext>
            </a:extLst>
          </p:cNvPr>
          <p:cNvSpPr/>
          <p:nvPr/>
        </p:nvSpPr>
        <p:spPr>
          <a:xfrm>
            <a:off x="6220918" y="4195668"/>
            <a:ext cx="1180342" cy="261610"/>
          </a:xfrm>
          <a:prstGeom prst="roundRect">
            <a:avLst>
              <a:gd name="adj" fmla="val 37381"/>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Textfeld 8">
            <a:extLst>
              <a:ext uri="{FF2B5EF4-FFF2-40B4-BE49-F238E27FC236}">
                <a16:creationId xmlns:a16="http://schemas.microsoft.com/office/drawing/2014/main" id="{1542A3F3-320F-ED98-6404-D9C8F0B93B4E}"/>
              </a:ext>
            </a:extLst>
          </p:cNvPr>
          <p:cNvSpPr txBox="1"/>
          <p:nvPr/>
        </p:nvSpPr>
        <p:spPr>
          <a:xfrm>
            <a:off x="6460762" y="4195668"/>
            <a:ext cx="940498" cy="253916"/>
          </a:xfrm>
          <a:prstGeom prst="rect">
            <a:avLst/>
          </a:prstGeom>
          <a:noFill/>
        </p:spPr>
        <p:txBody>
          <a:bodyPr wrap="square" rtlCol="0">
            <a:spAutoFit/>
          </a:bodyPr>
          <a:lstStyle/>
          <a:p>
            <a:r>
              <a:rPr lang="de-DE" sz="1050" dirty="0">
                <a:latin typeface="Verdana" panose="020B0604030504040204" pitchFamily="34" charset="0"/>
                <a:ea typeface="Verdana" panose="020B0604030504040204" pitchFamily="34" charset="0"/>
                <a:cs typeface="Verdana" panose="020B0604030504040204" pitchFamily="34" charset="0"/>
              </a:rPr>
              <a:t>50 Minuten</a:t>
            </a:r>
          </a:p>
        </p:txBody>
      </p:sp>
      <p:pic>
        <p:nvPicPr>
          <p:cNvPr id="10" name="Grafik 9">
            <a:extLst>
              <a:ext uri="{FF2B5EF4-FFF2-40B4-BE49-F238E27FC236}">
                <a16:creationId xmlns:a16="http://schemas.microsoft.com/office/drawing/2014/main" id="{7287EA9E-FFBA-C280-DD3D-EDF3BF1E21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9789" y="4247139"/>
            <a:ext cx="150973" cy="150973"/>
          </a:xfrm>
          <a:prstGeom prst="rect">
            <a:avLst/>
          </a:prstGeom>
        </p:spPr>
      </p:pic>
      <p:pic>
        <p:nvPicPr>
          <p:cNvPr id="12" name="Grafik 11">
            <a:extLst>
              <a:ext uri="{FF2B5EF4-FFF2-40B4-BE49-F238E27FC236}">
                <a16:creationId xmlns:a16="http://schemas.microsoft.com/office/drawing/2014/main" id="{C8C3C09C-9442-AF42-D570-FA1A49205F68}"/>
              </a:ext>
            </a:extLst>
          </p:cNvPr>
          <p:cNvPicPr>
            <a:picLocks noChangeAspect="1"/>
          </p:cNvPicPr>
          <p:nvPr/>
        </p:nvPicPr>
        <p:blipFill rotWithShape="1">
          <a:blip r:embed="rId3">
            <a:extLst>
              <a:ext uri="{28A0092B-C50C-407E-A947-70E740481C1C}">
                <a14:useLocalDpi xmlns:a14="http://schemas.microsoft.com/office/drawing/2010/main" val="0"/>
              </a:ext>
            </a:extLst>
          </a:blip>
          <a:srcRect l="14537" t="10219" r="14536" b="5672"/>
          <a:stretch/>
        </p:blipFill>
        <p:spPr>
          <a:xfrm>
            <a:off x="4200262" y="1036493"/>
            <a:ext cx="3200998" cy="2846933"/>
          </a:xfrm>
          <a:prstGeom prst="roundRect">
            <a:avLst>
              <a:gd name="adj" fmla="val 3222"/>
            </a:avLst>
          </a:prstGeom>
        </p:spPr>
      </p:pic>
      <p:sp>
        <p:nvSpPr>
          <p:cNvPr id="4" name="Abgerundetes Rechteck 3">
            <a:extLst>
              <a:ext uri="{FF2B5EF4-FFF2-40B4-BE49-F238E27FC236}">
                <a16:creationId xmlns:a16="http://schemas.microsoft.com/office/drawing/2014/main" id="{F257E817-16A4-40B1-ACE1-9562901830C1}"/>
              </a:ext>
            </a:extLst>
          </p:cNvPr>
          <p:cNvSpPr/>
          <p:nvPr/>
        </p:nvSpPr>
        <p:spPr>
          <a:xfrm>
            <a:off x="4767213" y="4195668"/>
            <a:ext cx="1209675" cy="261610"/>
          </a:xfrm>
          <a:prstGeom prst="roundRect">
            <a:avLst>
              <a:gd name="adj" fmla="val 37381"/>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E5D76F3A-9053-E21C-2597-CACE1CC5AD3B}"/>
              </a:ext>
            </a:extLst>
          </p:cNvPr>
          <p:cNvSpPr txBox="1"/>
          <p:nvPr/>
        </p:nvSpPr>
        <p:spPr>
          <a:xfrm>
            <a:off x="5003693" y="4195668"/>
            <a:ext cx="973195" cy="253916"/>
          </a:xfrm>
          <a:prstGeom prst="rect">
            <a:avLst/>
          </a:prstGeom>
          <a:noFill/>
        </p:spPr>
        <p:txBody>
          <a:bodyPr wrap="square" rtlCol="0">
            <a:spAutoFit/>
          </a:bodyPr>
          <a:lstStyle/>
          <a:p>
            <a:r>
              <a:rPr lang="de-DE" sz="1050" dirty="0">
                <a:latin typeface="Verdana" panose="020B0604030504040204" pitchFamily="34" charset="0"/>
                <a:ea typeface="Verdana" panose="020B0604030504040204" pitchFamily="34" charset="0"/>
                <a:cs typeface="Verdana" panose="020B0604030504040204" pitchFamily="34" charset="0"/>
              </a:rPr>
              <a:t>6 Portionen</a:t>
            </a:r>
          </a:p>
        </p:txBody>
      </p:sp>
      <p:pic>
        <p:nvPicPr>
          <p:cNvPr id="13" name="Grafik 12">
            <a:extLst>
              <a:ext uri="{FF2B5EF4-FFF2-40B4-BE49-F238E27FC236}">
                <a16:creationId xmlns:a16="http://schemas.microsoft.com/office/drawing/2014/main" id="{C908E17E-040A-D207-09AD-CB08F4D92A5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59340" y="4251097"/>
            <a:ext cx="135450" cy="154800"/>
          </a:xfrm>
          <a:prstGeom prst="rect">
            <a:avLst/>
          </a:prstGeom>
        </p:spPr>
      </p:pic>
    </p:spTree>
    <p:extLst>
      <p:ext uri="{BB962C8B-B14F-4D97-AF65-F5344CB8AC3E}">
        <p14:creationId xmlns:p14="http://schemas.microsoft.com/office/powerpoint/2010/main" val="1085677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4EC91233-9897-53F3-E96E-B5D62FAB4916}"/>
              </a:ext>
            </a:extLst>
          </p:cNvPr>
          <p:cNvSpPr txBox="1"/>
          <p:nvPr/>
        </p:nvSpPr>
        <p:spPr>
          <a:xfrm>
            <a:off x="448871" y="287303"/>
            <a:ext cx="3732903" cy="1631216"/>
          </a:xfrm>
          <a:prstGeom prst="rect">
            <a:avLst/>
          </a:prstGeom>
          <a:noFill/>
        </p:spPr>
        <p:txBody>
          <a:bodyPr wrap="square" rtlCol="0">
            <a:spAutoFit/>
          </a:bodyPr>
          <a:lstStyle/>
          <a:p>
            <a:r>
              <a:rPr lang="de-DE" sz="3200" dirty="0">
                <a:solidFill>
                  <a:srgbClr val="36401F"/>
                </a:solidFill>
                <a:latin typeface="Salsa" panose="02000503060000020004" pitchFamily="2" charset="77"/>
              </a:rPr>
              <a:t>Kartoffelsalat</a:t>
            </a:r>
          </a:p>
          <a:p>
            <a:r>
              <a:rPr lang="de-DE" sz="2000" dirty="0">
                <a:solidFill>
                  <a:srgbClr val="36401F"/>
                </a:solidFill>
                <a:latin typeface="Salsa" panose="02000503060000020004" pitchFamily="2" charset="77"/>
              </a:rPr>
              <a:t>	Rezept nach meiner Oma</a:t>
            </a:r>
          </a:p>
          <a:p>
            <a:endParaRPr lang="de-DE" sz="1200" dirty="0"/>
          </a:p>
          <a:p>
            <a:r>
              <a:rPr lang="de-DE" sz="1200" dirty="0">
                <a:latin typeface="Verdana" panose="020B0604030504040204" pitchFamily="34" charset="0"/>
                <a:ea typeface="Verdana" panose="020B0604030504040204" pitchFamily="34" charset="0"/>
                <a:cs typeface="Verdana" panose="020B0604030504040204" pitchFamily="34" charset="0"/>
              </a:rPr>
              <a:t>Dieser Kartoffelsalat wird mit gekochten Kartoffeln, Gemüse und Mayonnaise zubereitet.</a:t>
            </a:r>
          </a:p>
        </p:txBody>
      </p:sp>
      <p:sp>
        <p:nvSpPr>
          <p:cNvPr id="3" name="Textfeld 2">
            <a:extLst>
              <a:ext uri="{FF2B5EF4-FFF2-40B4-BE49-F238E27FC236}">
                <a16:creationId xmlns:a16="http://schemas.microsoft.com/office/drawing/2014/main" id="{CCF381E1-19EF-DBD9-D4F4-E27E02C762E8}"/>
              </a:ext>
            </a:extLst>
          </p:cNvPr>
          <p:cNvSpPr txBox="1"/>
          <p:nvPr/>
        </p:nvSpPr>
        <p:spPr>
          <a:xfrm>
            <a:off x="448871" y="2302842"/>
            <a:ext cx="3125653" cy="2323713"/>
          </a:xfrm>
          <a:prstGeom prst="rect">
            <a:avLst/>
          </a:prstGeom>
          <a:noFill/>
        </p:spPr>
        <p:txBody>
          <a:bodyPr wrap="square" rtlCol="0">
            <a:spAutoFit/>
          </a:bodyPr>
          <a:lstStyle/>
          <a:p>
            <a:r>
              <a:rPr lang="de-DE" sz="1300" b="1" dirty="0">
                <a:solidFill>
                  <a:srgbClr val="36401F"/>
                </a:solidFill>
                <a:latin typeface="Verdana" panose="020B0604030504040204" pitchFamily="34" charset="0"/>
                <a:ea typeface="Verdana" panose="020B0604030504040204" pitchFamily="34" charset="0"/>
                <a:cs typeface="Verdana" panose="020B0604030504040204" pitchFamily="34" charset="0"/>
              </a:rPr>
              <a:t>Zutaten</a:t>
            </a:r>
          </a:p>
          <a:p>
            <a:r>
              <a:rPr lang="de-DE" sz="1100" dirty="0">
                <a:latin typeface="Verdana" panose="020B0604030504040204" pitchFamily="34" charset="0"/>
                <a:ea typeface="Verdana" panose="020B0604030504040204" pitchFamily="34" charset="0"/>
                <a:cs typeface="Verdana" panose="020B0604030504040204" pitchFamily="34" charset="0"/>
              </a:rPr>
              <a:t>500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Kartoffeln (mehlig kochend)</a:t>
            </a:r>
          </a:p>
          <a:p>
            <a:r>
              <a:rPr lang="de-DE" sz="1100" dirty="0">
                <a:latin typeface="Verdana" panose="020B0604030504040204" pitchFamily="34" charset="0"/>
                <a:ea typeface="Verdana" panose="020B0604030504040204" pitchFamily="34" charset="0"/>
                <a:cs typeface="Verdana" panose="020B0604030504040204" pitchFamily="34" charset="0"/>
              </a:rPr>
              <a:t>saure Gurken</a:t>
            </a:r>
          </a:p>
          <a:p>
            <a:r>
              <a:rPr lang="de-DE" sz="1100" dirty="0">
                <a:latin typeface="Verdana" panose="020B0604030504040204" pitchFamily="34" charset="0"/>
                <a:ea typeface="Verdana" panose="020B0604030504040204" pitchFamily="34" charset="0"/>
                <a:cs typeface="Verdana" panose="020B0604030504040204" pitchFamily="34" charset="0"/>
              </a:rPr>
              <a:t>1 Apfel</a:t>
            </a:r>
          </a:p>
          <a:p>
            <a:r>
              <a:rPr lang="de-DE" sz="1100" dirty="0">
                <a:latin typeface="Verdana" panose="020B0604030504040204" pitchFamily="34" charset="0"/>
                <a:ea typeface="Verdana" panose="020B0604030504040204" pitchFamily="34" charset="0"/>
                <a:cs typeface="Verdana" panose="020B0604030504040204" pitchFamily="34" charset="0"/>
              </a:rPr>
              <a:t>½ Zwiebel</a:t>
            </a:r>
          </a:p>
          <a:p>
            <a:r>
              <a:rPr lang="de-DE" sz="1100" dirty="0">
                <a:latin typeface="Verdana" panose="020B0604030504040204" pitchFamily="34" charset="0"/>
                <a:ea typeface="Verdana" panose="020B0604030504040204" pitchFamily="34" charset="0"/>
                <a:cs typeface="Verdana" panose="020B0604030504040204" pitchFamily="34" charset="0"/>
              </a:rPr>
              <a:t>½ Paprika (optional)</a:t>
            </a:r>
          </a:p>
          <a:p>
            <a:r>
              <a:rPr lang="de-DE" sz="1100" dirty="0">
                <a:latin typeface="Verdana" panose="020B0604030504040204" pitchFamily="34" charset="0"/>
                <a:ea typeface="Verdana" panose="020B0604030504040204" pitchFamily="34" charset="0"/>
                <a:cs typeface="Verdana" panose="020B0604030504040204" pitchFamily="34" charset="0"/>
              </a:rPr>
              <a:t>Salz</a:t>
            </a:r>
          </a:p>
          <a:p>
            <a:r>
              <a:rPr lang="de-DE" sz="1100" dirty="0">
                <a:latin typeface="Verdana" panose="020B0604030504040204" pitchFamily="34" charset="0"/>
                <a:ea typeface="Verdana" panose="020B0604030504040204" pitchFamily="34" charset="0"/>
                <a:cs typeface="Verdana" panose="020B0604030504040204" pitchFamily="34" charset="0"/>
              </a:rPr>
              <a:t>Pfeffer</a:t>
            </a:r>
          </a:p>
          <a:p>
            <a:r>
              <a:rPr lang="de-DE" sz="1100" dirty="0">
                <a:latin typeface="Verdana" panose="020B0604030504040204" pitchFamily="34" charset="0"/>
                <a:ea typeface="Verdana" panose="020B0604030504040204" pitchFamily="34" charset="0"/>
                <a:cs typeface="Verdana" panose="020B0604030504040204" pitchFamily="34" charset="0"/>
              </a:rPr>
              <a:t>Paprika</a:t>
            </a:r>
          </a:p>
          <a:p>
            <a:r>
              <a:rPr lang="de-DE" sz="1100" dirty="0">
                <a:latin typeface="Verdana" panose="020B0604030504040204" pitchFamily="34" charset="0"/>
                <a:ea typeface="Verdana" panose="020B0604030504040204" pitchFamily="34" charset="0"/>
                <a:cs typeface="Verdana" panose="020B0604030504040204" pitchFamily="34" charset="0"/>
              </a:rPr>
              <a:t>Mayonnaise nach Bedarf</a:t>
            </a:r>
          </a:p>
          <a:p>
            <a:r>
              <a:rPr lang="de-DE" sz="1100" dirty="0">
                <a:latin typeface="Verdana" panose="020B0604030504040204" pitchFamily="34" charset="0"/>
                <a:ea typeface="Verdana" panose="020B0604030504040204" pitchFamily="34" charset="0"/>
                <a:cs typeface="Verdana" panose="020B0604030504040204" pitchFamily="34" charset="0"/>
              </a:rPr>
              <a:t>1 Löffelchen Senf</a:t>
            </a:r>
          </a:p>
          <a:p>
            <a:r>
              <a:rPr lang="de-DE" sz="1100" dirty="0">
                <a:latin typeface="Verdana" panose="020B0604030504040204" pitchFamily="34" charset="0"/>
                <a:ea typeface="Verdana" panose="020B0604030504040204" pitchFamily="34" charset="0"/>
                <a:cs typeface="Verdana" panose="020B0604030504040204" pitchFamily="34" charset="0"/>
              </a:rPr>
              <a:t>Schnittlauch</a:t>
            </a:r>
          </a:p>
          <a:p>
            <a:r>
              <a:rPr lang="de-DE" sz="1100" dirty="0">
                <a:latin typeface="Verdana" panose="020B0604030504040204" pitchFamily="34" charset="0"/>
                <a:ea typeface="Verdana" panose="020B0604030504040204" pitchFamily="34" charset="0"/>
                <a:cs typeface="Verdana" panose="020B0604030504040204" pitchFamily="34" charset="0"/>
              </a:rPr>
              <a:t>Petersilie</a:t>
            </a:r>
          </a:p>
        </p:txBody>
      </p:sp>
      <p:sp>
        <p:nvSpPr>
          <p:cNvPr id="5" name="Textfeld 4">
            <a:extLst>
              <a:ext uri="{FF2B5EF4-FFF2-40B4-BE49-F238E27FC236}">
                <a16:creationId xmlns:a16="http://schemas.microsoft.com/office/drawing/2014/main" id="{69AFAD1C-DCD5-86DD-735E-E8AFE70D30B1}"/>
              </a:ext>
            </a:extLst>
          </p:cNvPr>
          <p:cNvSpPr txBox="1"/>
          <p:nvPr/>
        </p:nvSpPr>
        <p:spPr>
          <a:xfrm>
            <a:off x="448871" y="4747095"/>
            <a:ext cx="6858556" cy="2154436"/>
          </a:xfrm>
          <a:prstGeom prst="rect">
            <a:avLst/>
          </a:prstGeom>
          <a:noFill/>
        </p:spPr>
        <p:txBody>
          <a:bodyPr wrap="square" rtlCol="0">
            <a:spAutoFit/>
          </a:bodyPr>
          <a:lstStyle/>
          <a:p>
            <a:r>
              <a:rPr lang="de-DE" sz="1400" b="1" dirty="0">
                <a:solidFill>
                  <a:srgbClr val="36401F"/>
                </a:solidFill>
                <a:latin typeface="Verdana" panose="020B0604030504040204" pitchFamily="34" charset="0"/>
                <a:ea typeface="Verdana" panose="020B0604030504040204" pitchFamily="34" charset="0"/>
                <a:cs typeface="Verdana" panose="020B0604030504040204" pitchFamily="34" charset="0"/>
              </a:rPr>
              <a:t>Zubereitung</a:t>
            </a: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Kartoffeln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Die Kartoffeln mit Schale gar kochen und nach dem Kochen schälen. Diese dann in Scheiben schneiden.</a:t>
            </a:r>
            <a:endParaRPr lang="de-DE" sz="1100" dirty="0">
              <a:latin typeface="Verdana" panose="020B0604030504040204" pitchFamily="34" charset="0"/>
              <a:ea typeface="Verdana" panose="020B0604030504040204" pitchFamily="34" charset="0"/>
              <a:cs typeface="Verdana" panose="020B0604030504040204" pitchFamily="34" charset="0"/>
            </a:endParaRPr>
          </a:p>
          <a:p>
            <a:r>
              <a:rPr lang="de-DE" sz="1200" b="1" dirty="0" err="1">
                <a:solidFill>
                  <a:srgbClr val="36401F"/>
                </a:solidFill>
                <a:latin typeface="Verdana" panose="020B0604030504040204" pitchFamily="34" charset="0"/>
                <a:ea typeface="Verdana" panose="020B0604030504040204" pitchFamily="34" charset="0"/>
                <a:cs typeface="Verdana" panose="020B0604030504040204" pitchFamily="34" charset="0"/>
              </a:rPr>
              <a:t>Schnippelarbeit</a:t>
            </a:r>
            <a:endPar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endParaRPr>
          </a:p>
          <a:p>
            <a:pPr marL="180975"/>
            <a:r>
              <a:rPr lang="de-DE" sz="1050" dirty="0">
                <a:latin typeface="Verdana" panose="020B0604030504040204" pitchFamily="34" charset="0"/>
                <a:ea typeface="Verdana" panose="020B0604030504040204" pitchFamily="34" charset="0"/>
                <a:cs typeface="Verdana" panose="020B0604030504040204" pitchFamily="34" charset="0"/>
              </a:rPr>
              <a:t>Während die Kartoffeln kochen, die sauren Gurken, den Apfel, die halbe Zwiebel und die Paprika klein schneiden.</a:t>
            </a:r>
            <a:endParaRPr lang="de-DE" sz="1100" dirty="0">
              <a:latin typeface="Verdana" panose="020B0604030504040204" pitchFamily="34" charset="0"/>
              <a:ea typeface="Verdana" panose="020B0604030504040204" pitchFamily="34" charset="0"/>
              <a:cs typeface="Verdana" panose="020B0604030504040204" pitchFamily="34" charset="0"/>
            </a:endParaRP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Mischen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Alle geschnittenen Zutaten vermengen. Mayonnaise und Senf hinzugeben. (Die Mayonnaise Schritt für Schritt hinzufügen, um die Menge gut anpassen zu können.) Ebenfalls Salz, Pfeffer, Paprika, Schnittlauch und Petersilie zum Salat geben. Alles miteinander mischen. Eventuell nochmals mit den Gewürzen abschmecken.</a:t>
            </a:r>
          </a:p>
        </p:txBody>
      </p:sp>
      <p:sp>
        <p:nvSpPr>
          <p:cNvPr id="6" name="Abgerundetes Rechteck 5">
            <a:extLst>
              <a:ext uri="{FF2B5EF4-FFF2-40B4-BE49-F238E27FC236}">
                <a16:creationId xmlns:a16="http://schemas.microsoft.com/office/drawing/2014/main" id="{B7728644-EC91-6EB9-8A7C-03281E7A25C1}"/>
              </a:ext>
            </a:extLst>
          </p:cNvPr>
          <p:cNvSpPr/>
          <p:nvPr/>
        </p:nvSpPr>
        <p:spPr>
          <a:xfrm>
            <a:off x="416597" y="4747095"/>
            <a:ext cx="6984663" cy="2154436"/>
          </a:xfrm>
          <a:prstGeom prst="roundRect">
            <a:avLst>
              <a:gd name="adj" fmla="val 2397"/>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8" name="Abgerundetes Rechteck 7">
            <a:extLst>
              <a:ext uri="{FF2B5EF4-FFF2-40B4-BE49-F238E27FC236}">
                <a16:creationId xmlns:a16="http://schemas.microsoft.com/office/drawing/2014/main" id="{7D6F75CE-314A-DFF2-B3AE-D39838B7230F}"/>
              </a:ext>
            </a:extLst>
          </p:cNvPr>
          <p:cNvSpPr/>
          <p:nvPr/>
        </p:nvSpPr>
        <p:spPr>
          <a:xfrm>
            <a:off x="416597" y="2259809"/>
            <a:ext cx="2584788" cy="2366746"/>
          </a:xfrm>
          <a:prstGeom prst="roundRect">
            <a:avLst>
              <a:gd name="adj" fmla="val 2397"/>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Abgerundetes Rechteck 10">
            <a:extLst>
              <a:ext uri="{FF2B5EF4-FFF2-40B4-BE49-F238E27FC236}">
                <a16:creationId xmlns:a16="http://schemas.microsoft.com/office/drawing/2014/main" id="{7ACB2C3F-5020-B4F1-B417-4284AD254848}"/>
              </a:ext>
            </a:extLst>
          </p:cNvPr>
          <p:cNvSpPr/>
          <p:nvPr/>
        </p:nvSpPr>
        <p:spPr>
          <a:xfrm>
            <a:off x="6220918" y="4364945"/>
            <a:ext cx="1180342" cy="261610"/>
          </a:xfrm>
          <a:prstGeom prst="roundRect">
            <a:avLst>
              <a:gd name="adj" fmla="val 37381"/>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Textfeld 11">
            <a:extLst>
              <a:ext uri="{FF2B5EF4-FFF2-40B4-BE49-F238E27FC236}">
                <a16:creationId xmlns:a16="http://schemas.microsoft.com/office/drawing/2014/main" id="{455E5D18-CEEE-A564-0772-0580E6E70F82}"/>
              </a:ext>
            </a:extLst>
          </p:cNvPr>
          <p:cNvSpPr txBox="1"/>
          <p:nvPr/>
        </p:nvSpPr>
        <p:spPr>
          <a:xfrm>
            <a:off x="6460762" y="4364945"/>
            <a:ext cx="940498" cy="253916"/>
          </a:xfrm>
          <a:prstGeom prst="rect">
            <a:avLst/>
          </a:prstGeom>
          <a:noFill/>
        </p:spPr>
        <p:txBody>
          <a:bodyPr wrap="square" rtlCol="0">
            <a:spAutoFit/>
          </a:bodyPr>
          <a:lstStyle/>
          <a:p>
            <a:r>
              <a:rPr lang="de-DE" sz="1050" dirty="0">
                <a:latin typeface="Verdana" panose="020B0604030504040204" pitchFamily="34" charset="0"/>
                <a:ea typeface="Verdana" panose="020B0604030504040204" pitchFamily="34" charset="0"/>
                <a:cs typeface="Verdana" panose="020B0604030504040204" pitchFamily="34" charset="0"/>
              </a:rPr>
              <a:t>40 Minuten</a:t>
            </a:r>
          </a:p>
        </p:txBody>
      </p:sp>
      <p:pic>
        <p:nvPicPr>
          <p:cNvPr id="13" name="Grafik 12">
            <a:extLst>
              <a:ext uri="{FF2B5EF4-FFF2-40B4-BE49-F238E27FC236}">
                <a16:creationId xmlns:a16="http://schemas.microsoft.com/office/drawing/2014/main" id="{A7C439AF-4DDF-D792-699B-E6AF968A2E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9789" y="4416416"/>
            <a:ext cx="150973" cy="150973"/>
          </a:xfrm>
          <a:prstGeom prst="rect">
            <a:avLst/>
          </a:prstGeom>
        </p:spPr>
      </p:pic>
      <p:sp>
        <p:nvSpPr>
          <p:cNvPr id="4" name="Abgerundetes Rechteck 3">
            <a:extLst>
              <a:ext uri="{FF2B5EF4-FFF2-40B4-BE49-F238E27FC236}">
                <a16:creationId xmlns:a16="http://schemas.microsoft.com/office/drawing/2014/main" id="{8D264FBF-8917-F2C5-BC8F-91A45AE5217E}"/>
              </a:ext>
            </a:extLst>
          </p:cNvPr>
          <p:cNvSpPr/>
          <p:nvPr/>
        </p:nvSpPr>
        <p:spPr>
          <a:xfrm>
            <a:off x="4767213" y="4364945"/>
            <a:ext cx="1209675" cy="261610"/>
          </a:xfrm>
          <a:prstGeom prst="roundRect">
            <a:avLst>
              <a:gd name="adj" fmla="val 37381"/>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43ED404A-18F0-8399-4E79-EC43B5E35E20}"/>
              </a:ext>
            </a:extLst>
          </p:cNvPr>
          <p:cNvSpPr txBox="1"/>
          <p:nvPr/>
        </p:nvSpPr>
        <p:spPr>
          <a:xfrm>
            <a:off x="5003693" y="4364945"/>
            <a:ext cx="973195" cy="253916"/>
          </a:xfrm>
          <a:prstGeom prst="rect">
            <a:avLst/>
          </a:prstGeom>
          <a:noFill/>
        </p:spPr>
        <p:txBody>
          <a:bodyPr wrap="square" rtlCol="0">
            <a:spAutoFit/>
          </a:bodyPr>
          <a:lstStyle/>
          <a:p>
            <a:r>
              <a:rPr lang="de-DE" sz="1050" dirty="0">
                <a:latin typeface="Verdana" panose="020B0604030504040204" pitchFamily="34" charset="0"/>
                <a:ea typeface="Verdana" panose="020B0604030504040204" pitchFamily="34" charset="0"/>
                <a:cs typeface="Verdana" panose="020B0604030504040204" pitchFamily="34" charset="0"/>
              </a:rPr>
              <a:t>6 Portionen</a:t>
            </a:r>
          </a:p>
        </p:txBody>
      </p:sp>
      <p:pic>
        <p:nvPicPr>
          <p:cNvPr id="9" name="Grafik 8">
            <a:extLst>
              <a:ext uri="{FF2B5EF4-FFF2-40B4-BE49-F238E27FC236}">
                <a16:creationId xmlns:a16="http://schemas.microsoft.com/office/drawing/2014/main" id="{C58C66C6-AA73-6527-46DC-5ED2C350EAB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59340" y="4420374"/>
            <a:ext cx="135450" cy="154800"/>
          </a:xfrm>
          <a:prstGeom prst="rect">
            <a:avLst/>
          </a:prstGeom>
        </p:spPr>
      </p:pic>
      <p:pic>
        <p:nvPicPr>
          <p:cNvPr id="14" name="Grafik 13">
            <a:extLst>
              <a:ext uri="{FF2B5EF4-FFF2-40B4-BE49-F238E27FC236}">
                <a16:creationId xmlns:a16="http://schemas.microsoft.com/office/drawing/2014/main" id="{0F147EB4-13E1-86B1-5D2D-DC0CDE443364}"/>
              </a:ext>
            </a:extLst>
          </p:cNvPr>
          <p:cNvPicPr>
            <a:picLocks noChangeAspect="1"/>
          </p:cNvPicPr>
          <p:nvPr/>
        </p:nvPicPr>
        <p:blipFill rotWithShape="1">
          <a:blip r:embed="rId5">
            <a:extLst>
              <a:ext uri="{28A0092B-C50C-407E-A947-70E740481C1C}">
                <a14:useLocalDpi xmlns:a14="http://schemas.microsoft.com/office/drawing/2010/main" val="0"/>
              </a:ext>
            </a:extLst>
          </a:blip>
          <a:srcRect l="16782" t="3134" r="13102" b="3343"/>
          <a:stretch/>
        </p:blipFill>
        <p:spPr>
          <a:xfrm rot="5400000">
            <a:off x="4776084" y="1355087"/>
            <a:ext cx="2624689" cy="2625666"/>
          </a:xfrm>
          <a:prstGeom prst="rect">
            <a:avLst/>
          </a:prstGeom>
        </p:spPr>
      </p:pic>
    </p:spTree>
    <p:extLst>
      <p:ext uri="{BB962C8B-B14F-4D97-AF65-F5344CB8AC3E}">
        <p14:creationId xmlns:p14="http://schemas.microsoft.com/office/powerpoint/2010/main" val="2001760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4EC91233-9897-53F3-E96E-B5D62FAB4916}"/>
              </a:ext>
            </a:extLst>
          </p:cNvPr>
          <p:cNvSpPr txBox="1"/>
          <p:nvPr/>
        </p:nvSpPr>
        <p:spPr>
          <a:xfrm>
            <a:off x="448871" y="287303"/>
            <a:ext cx="3732903" cy="1323439"/>
          </a:xfrm>
          <a:prstGeom prst="rect">
            <a:avLst/>
          </a:prstGeom>
          <a:noFill/>
        </p:spPr>
        <p:txBody>
          <a:bodyPr wrap="square" rtlCol="0">
            <a:spAutoFit/>
          </a:bodyPr>
          <a:lstStyle/>
          <a:p>
            <a:r>
              <a:rPr lang="de-DE" sz="3200" dirty="0">
                <a:solidFill>
                  <a:srgbClr val="36401F"/>
                </a:solidFill>
                <a:latin typeface="Salsa" panose="02000503060000020004" pitchFamily="2" charset="77"/>
              </a:rPr>
              <a:t>Senfsoße</a:t>
            </a:r>
          </a:p>
          <a:p>
            <a:endParaRPr lang="de-DE" sz="1200" dirty="0"/>
          </a:p>
          <a:p>
            <a:r>
              <a:rPr lang="de-DE" sz="1200" dirty="0">
                <a:latin typeface="Verdana" panose="020B0604030504040204" pitchFamily="34" charset="0"/>
                <a:ea typeface="Verdana" panose="020B0604030504040204" pitchFamily="34" charset="0"/>
                <a:cs typeface="Verdana" panose="020B0604030504040204" pitchFamily="34" charset="0"/>
              </a:rPr>
              <a:t>Die Senfsoße wird aus einer Mehlschwitze und Senf zubereitet. Sie wird zu Eiern (sächsisches Gericht „Saure Eier“) serviert.</a:t>
            </a:r>
          </a:p>
        </p:txBody>
      </p:sp>
      <p:sp>
        <p:nvSpPr>
          <p:cNvPr id="3" name="Textfeld 2">
            <a:extLst>
              <a:ext uri="{FF2B5EF4-FFF2-40B4-BE49-F238E27FC236}">
                <a16:creationId xmlns:a16="http://schemas.microsoft.com/office/drawing/2014/main" id="{CCF381E1-19EF-DBD9-D4F4-E27E02C762E8}"/>
              </a:ext>
            </a:extLst>
          </p:cNvPr>
          <p:cNvSpPr txBox="1"/>
          <p:nvPr/>
        </p:nvSpPr>
        <p:spPr>
          <a:xfrm>
            <a:off x="448871" y="2302842"/>
            <a:ext cx="3125653" cy="1815882"/>
          </a:xfrm>
          <a:prstGeom prst="rect">
            <a:avLst/>
          </a:prstGeom>
          <a:noFill/>
        </p:spPr>
        <p:txBody>
          <a:bodyPr wrap="square" rtlCol="0">
            <a:spAutoFit/>
          </a:bodyPr>
          <a:lstStyle/>
          <a:p>
            <a:r>
              <a:rPr lang="de-DE" sz="1300" b="1" dirty="0">
                <a:solidFill>
                  <a:srgbClr val="36401F"/>
                </a:solidFill>
                <a:latin typeface="Verdana" panose="020B0604030504040204" pitchFamily="34" charset="0"/>
                <a:ea typeface="Verdana" panose="020B0604030504040204" pitchFamily="34" charset="0"/>
                <a:cs typeface="Verdana" panose="020B0604030504040204" pitchFamily="34" charset="0"/>
              </a:rPr>
              <a:t>Zutaten</a:t>
            </a:r>
          </a:p>
          <a:p>
            <a:r>
              <a:rPr lang="de-DE" sz="1100" dirty="0">
                <a:latin typeface="Verdana" panose="020B0604030504040204" pitchFamily="34" charset="0"/>
                <a:ea typeface="Verdana" panose="020B0604030504040204" pitchFamily="34" charset="0"/>
                <a:cs typeface="Verdana" panose="020B0604030504040204" pitchFamily="34" charset="0"/>
              </a:rPr>
              <a:t>2 EL Butterschmalz</a:t>
            </a:r>
          </a:p>
          <a:p>
            <a:r>
              <a:rPr lang="de-DE" sz="1100" dirty="0">
                <a:latin typeface="Verdana" panose="020B0604030504040204" pitchFamily="34" charset="0"/>
                <a:ea typeface="Verdana" panose="020B0604030504040204" pitchFamily="34" charset="0"/>
                <a:cs typeface="Verdana" panose="020B0604030504040204" pitchFamily="34" charset="0"/>
              </a:rPr>
              <a:t>2 EL Mehl</a:t>
            </a:r>
          </a:p>
          <a:p>
            <a:r>
              <a:rPr lang="de-DE" sz="1100" dirty="0">
                <a:latin typeface="Verdana" panose="020B0604030504040204" pitchFamily="34" charset="0"/>
                <a:ea typeface="Verdana" panose="020B0604030504040204" pitchFamily="34" charset="0"/>
                <a:cs typeface="Verdana" panose="020B0604030504040204" pitchFamily="34" charset="0"/>
              </a:rPr>
              <a:t>500 ml Wasser</a:t>
            </a:r>
          </a:p>
          <a:p>
            <a:r>
              <a:rPr lang="de-DE" sz="1100" dirty="0">
                <a:latin typeface="Verdana" panose="020B0604030504040204" pitchFamily="34" charset="0"/>
                <a:ea typeface="Verdana" panose="020B0604030504040204" pitchFamily="34" charset="0"/>
                <a:cs typeface="Verdana" panose="020B0604030504040204" pitchFamily="34" charset="0"/>
              </a:rPr>
              <a:t>½ TL Essig</a:t>
            </a:r>
          </a:p>
          <a:p>
            <a:r>
              <a:rPr lang="de-DE" sz="1100" dirty="0">
                <a:latin typeface="Verdana" panose="020B0604030504040204" pitchFamily="34" charset="0"/>
                <a:ea typeface="Verdana" panose="020B0604030504040204" pitchFamily="34" charset="0"/>
                <a:cs typeface="Verdana" panose="020B0604030504040204" pitchFamily="34" charset="0"/>
              </a:rPr>
              <a:t>1 </a:t>
            </a:r>
            <a:r>
              <a:rPr lang="de-DE" sz="1100" dirty="0" err="1">
                <a:latin typeface="Verdana" panose="020B0604030504040204" pitchFamily="34" charset="0"/>
                <a:ea typeface="Verdana" panose="020B0604030504040204" pitchFamily="34" charset="0"/>
                <a:cs typeface="Verdana" panose="020B0604030504040204" pitchFamily="34" charset="0"/>
              </a:rPr>
              <a:t>Msp</a:t>
            </a:r>
            <a:r>
              <a:rPr lang="de-DE" sz="1100" dirty="0">
                <a:latin typeface="Verdana" panose="020B0604030504040204" pitchFamily="34" charset="0"/>
                <a:ea typeface="Verdana" panose="020B0604030504040204" pitchFamily="34" charset="0"/>
                <a:cs typeface="Verdana" panose="020B0604030504040204" pitchFamily="34" charset="0"/>
              </a:rPr>
              <a:t>. Zucker</a:t>
            </a:r>
          </a:p>
          <a:p>
            <a:r>
              <a:rPr lang="de-DE" sz="1100" dirty="0">
                <a:latin typeface="Verdana" panose="020B0604030504040204" pitchFamily="34" charset="0"/>
                <a:ea typeface="Verdana" panose="020B0604030504040204" pitchFamily="34" charset="0"/>
                <a:cs typeface="Verdana" panose="020B0604030504040204" pitchFamily="34" charset="0"/>
              </a:rPr>
              <a:t>etwas gekörnte Rinderbrühe</a:t>
            </a:r>
          </a:p>
          <a:p>
            <a:r>
              <a:rPr lang="de-DE" sz="1100" dirty="0">
                <a:latin typeface="Verdana" panose="020B0604030504040204" pitchFamily="34" charset="0"/>
                <a:ea typeface="Verdana" panose="020B0604030504040204" pitchFamily="34" charset="0"/>
                <a:cs typeface="Verdana" panose="020B0604030504040204" pitchFamily="34" charset="0"/>
              </a:rPr>
              <a:t>Salz</a:t>
            </a:r>
          </a:p>
          <a:p>
            <a:r>
              <a:rPr lang="de-DE" sz="1100" dirty="0">
                <a:latin typeface="Verdana" panose="020B0604030504040204" pitchFamily="34" charset="0"/>
                <a:ea typeface="Verdana" panose="020B0604030504040204" pitchFamily="34" charset="0"/>
                <a:cs typeface="Verdana" panose="020B0604030504040204" pitchFamily="34" charset="0"/>
              </a:rPr>
              <a:t>Pfeffer</a:t>
            </a:r>
          </a:p>
          <a:p>
            <a:r>
              <a:rPr lang="de-DE" sz="1100" dirty="0">
                <a:latin typeface="Verdana" panose="020B0604030504040204" pitchFamily="34" charset="0"/>
                <a:ea typeface="Verdana" panose="020B0604030504040204" pitchFamily="34" charset="0"/>
                <a:cs typeface="Verdana" panose="020B0604030504040204" pitchFamily="34" charset="0"/>
              </a:rPr>
              <a:t>100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Senf</a:t>
            </a:r>
          </a:p>
        </p:txBody>
      </p:sp>
      <p:sp>
        <p:nvSpPr>
          <p:cNvPr id="5" name="Textfeld 4">
            <a:extLst>
              <a:ext uri="{FF2B5EF4-FFF2-40B4-BE49-F238E27FC236}">
                <a16:creationId xmlns:a16="http://schemas.microsoft.com/office/drawing/2014/main" id="{69AFAD1C-DCD5-86DD-735E-E8AFE70D30B1}"/>
              </a:ext>
            </a:extLst>
          </p:cNvPr>
          <p:cNvSpPr txBox="1"/>
          <p:nvPr/>
        </p:nvSpPr>
        <p:spPr>
          <a:xfrm>
            <a:off x="448871" y="4273758"/>
            <a:ext cx="6858556" cy="1831271"/>
          </a:xfrm>
          <a:prstGeom prst="rect">
            <a:avLst/>
          </a:prstGeom>
          <a:noFill/>
        </p:spPr>
        <p:txBody>
          <a:bodyPr wrap="square" rtlCol="0">
            <a:spAutoFit/>
          </a:bodyPr>
          <a:lstStyle/>
          <a:p>
            <a:r>
              <a:rPr lang="de-DE" sz="1400" b="1" dirty="0">
                <a:solidFill>
                  <a:srgbClr val="36401F"/>
                </a:solidFill>
                <a:latin typeface="Verdana" panose="020B0604030504040204" pitchFamily="34" charset="0"/>
                <a:ea typeface="Verdana" panose="020B0604030504040204" pitchFamily="34" charset="0"/>
                <a:cs typeface="Verdana" panose="020B0604030504040204" pitchFamily="34" charset="0"/>
              </a:rPr>
              <a:t>Zubereitung</a:t>
            </a: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Mehlschwitze</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Das Butterschmalz schmelzen und mit dem Mehl zu einer Mehlschwitze verrühren.</a:t>
            </a:r>
            <a:endParaRPr lang="de-DE" sz="1100" dirty="0">
              <a:latin typeface="Verdana" panose="020B0604030504040204" pitchFamily="34" charset="0"/>
              <a:ea typeface="Verdana" panose="020B0604030504040204" pitchFamily="34" charset="0"/>
              <a:cs typeface="Verdana" panose="020B0604030504040204" pitchFamily="34" charset="0"/>
            </a:endParaRP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Ablöschen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Das Wasser nach und nach unter Rühren hinzugeben, damit keine Klümpchen entstehen. Dabei etwas Wasser aufheben zum anrühren des Senfs. Die Gewürze in die Mehlschwitze geben. Aufkochen lassen und etwas köcheln lassen zum Andicken.</a:t>
            </a:r>
            <a:endParaRPr lang="de-DE" sz="1100" dirty="0">
              <a:latin typeface="Verdana" panose="020B0604030504040204" pitchFamily="34" charset="0"/>
              <a:ea typeface="Verdana" panose="020B0604030504040204" pitchFamily="34" charset="0"/>
              <a:cs typeface="Verdana" panose="020B0604030504040204" pitchFamily="34" charset="0"/>
            </a:endParaRP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Senf</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Den Senf mit dem aufgehobenen Wasser glattrühren und unter die Soße rühren. Nochmal kurz aufkochen lassen.</a:t>
            </a:r>
          </a:p>
        </p:txBody>
      </p:sp>
      <p:sp>
        <p:nvSpPr>
          <p:cNvPr id="6" name="Abgerundetes Rechteck 5">
            <a:extLst>
              <a:ext uri="{FF2B5EF4-FFF2-40B4-BE49-F238E27FC236}">
                <a16:creationId xmlns:a16="http://schemas.microsoft.com/office/drawing/2014/main" id="{B7728644-EC91-6EB9-8A7C-03281E7A25C1}"/>
              </a:ext>
            </a:extLst>
          </p:cNvPr>
          <p:cNvSpPr/>
          <p:nvPr/>
        </p:nvSpPr>
        <p:spPr>
          <a:xfrm>
            <a:off x="416597" y="4273758"/>
            <a:ext cx="6984663" cy="1831271"/>
          </a:xfrm>
          <a:prstGeom prst="roundRect">
            <a:avLst>
              <a:gd name="adj" fmla="val 2397"/>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Abgerundetes Rechteck 7">
            <a:extLst>
              <a:ext uri="{FF2B5EF4-FFF2-40B4-BE49-F238E27FC236}">
                <a16:creationId xmlns:a16="http://schemas.microsoft.com/office/drawing/2014/main" id="{7D6F75CE-314A-DFF2-B3AE-D39838B7230F}"/>
              </a:ext>
            </a:extLst>
          </p:cNvPr>
          <p:cNvSpPr/>
          <p:nvPr/>
        </p:nvSpPr>
        <p:spPr>
          <a:xfrm>
            <a:off x="416596" y="2259809"/>
            <a:ext cx="3157927" cy="1858915"/>
          </a:xfrm>
          <a:prstGeom prst="roundRect">
            <a:avLst>
              <a:gd name="adj" fmla="val 2397"/>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Abgerundetes Rechteck 3">
            <a:extLst>
              <a:ext uri="{FF2B5EF4-FFF2-40B4-BE49-F238E27FC236}">
                <a16:creationId xmlns:a16="http://schemas.microsoft.com/office/drawing/2014/main" id="{359E8859-7750-E87C-03D2-6DDD92518D29}"/>
              </a:ext>
            </a:extLst>
          </p:cNvPr>
          <p:cNvSpPr/>
          <p:nvPr/>
        </p:nvSpPr>
        <p:spPr>
          <a:xfrm>
            <a:off x="6220918" y="3855251"/>
            <a:ext cx="1180342" cy="261610"/>
          </a:xfrm>
          <a:prstGeom prst="roundRect">
            <a:avLst>
              <a:gd name="adj" fmla="val 37381"/>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874939EA-E5C0-809F-34E7-7578F6BFA81A}"/>
              </a:ext>
            </a:extLst>
          </p:cNvPr>
          <p:cNvSpPr txBox="1"/>
          <p:nvPr/>
        </p:nvSpPr>
        <p:spPr>
          <a:xfrm>
            <a:off x="6460762" y="3855251"/>
            <a:ext cx="940498" cy="253916"/>
          </a:xfrm>
          <a:prstGeom prst="rect">
            <a:avLst/>
          </a:prstGeom>
          <a:noFill/>
        </p:spPr>
        <p:txBody>
          <a:bodyPr wrap="square" rtlCol="0">
            <a:spAutoFit/>
          </a:bodyPr>
          <a:lstStyle/>
          <a:p>
            <a:r>
              <a:rPr lang="de-DE" sz="1050" dirty="0">
                <a:latin typeface="Verdana" panose="020B0604030504040204" pitchFamily="34" charset="0"/>
                <a:ea typeface="Verdana" panose="020B0604030504040204" pitchFamily="34" charset="0"/>
                <a:cs typeface="Verdana" panose="020B0604030504040204" pitchFamily="34" charset="0"/>
              </a:rPr>
              <a:t>20 Minuten</a:t>
            </a:r>
          </a:p>
        </p:txBody>
      </p:sp>
      <p:pic>
        <p:nvPicPr>
          <p:cNvPr id="9" name="Grafik 8">
            <a:extLst>
              <a:ext uri="{FF2B5EF4-FFF2-40B4-BE49-F238E27FC236}">
                <a16:creationId xmlns:a16="http://schemas.microsoft.com/office/drawing/2014/main" id="{40E6CE8C-B763-3E3D-8C75-06C2F80F4F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9789" y="3906722"/>
            <a:ext cx="150973" cy="150973"/>
          </a:xfrm>
          <a:prstGeom prst="rect">
            <a:avLst/>
          </a:prstGeom>
        </p:spPr>
      </p:pic>
      <p:pic>
        <p:nvPicPr>
          <p:cNvPr id="10" name="Grafik 9">
            <a:extLst>
              <a:ext uri="{FF2B5EF4-FFF2-40B4-BE49-F238E27FC236}">
                <a16:creationId xmlns:a16="http://schemas.microsoft.com/office/drawing/2014/main" id="{2E998CD6-BAC5-8094-0575-E19FA144740F}"/>
              </a:ext>
            </a:extLst>
          </p:cNvPr>
          <p:cNvPicPr>
            <a:picLocks noChangeAspect="1"/>
          </p:cNvPicPr>
          <p:nvPr/>
        </p:nvPicPr>
        <p:blipFill rotWithShape="1">
          <a:blip r:embed="rId3">
            <a:extLst>
              <a:ext uri="{28A0092B-C50C-407E-A947-70E740481C1C}">
                <a14:useLocalDpi xmlns:a14="http://schemas.microsoft.com/office/drawing/2010/main" val="0"/>
              </a:ext>
            </a:extLst>
          </a:blip>
          <a:srcRect l="5918" r="9794"/>
          <a:stretch/>
        </p:blipFill>
        <p:spPr>
          <a:xfrm>
            <a:off x="4423144" y="1036494"/>
            <a:ext cx="2978116" cy="2648704"/>
          </a:xfrm>
          <a:prstGeom prst="roundRect">
            <a:avLst>
              <a:gd name="adj" fmla="val 3222"/>
            </a:avLst>
          </a:prstGeom>
        </p:spPr>
      </p:pic>
      <p:sp>
        <p:nvSpPr>
          <p:cNvPr id="11" name="Abgerundetes Rechteck 10">
            <a:extLst>
              <a:ext uri="{FF2B5EF4-FFF2-40B4-BE49-F238E27FC236}">
                <a16:creationId xmlns:a16="http://schemas.microsoft.com/office/drawing/2014/main" id="{5FA311B1-22A3-9CBE-C020-6CCBD79443CA}"/>
              </a:ext>
            </a:extLst>
          </p:cNvPr>
          <p:cNvSpPr/>
          <p:nvPr/>
        </p:nvSpPr>
        <p:spPr>
          <a:xfrm>
            <a:off x="4767213" y="3855251"/>
            <a:ext cx="1209675" cy="261610"/>
          </a:xfrm>
          <a:prstGeom prst="roundRect">
            <a:avLst>
              <a:gd name="adj" fmla="val 37381"/>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Textfeld 11">
            <a:extLst>
              <a:ext uri="{FF2B5EF4-FFF2-40B4-BE49-F238E27FC236}">
                <a16:creationId xmlns:a16="http://schemas.microsoft.com/office/drawing/2014/main" id="{02701A75-B273-DC10-E704-EA1CAB7AE227}"/>
              </a:ext>
            </a:extLst>
          </p:cNvPr>
          <p:cNvSpPr txBox="1"/>
          <p:nvPr/>
        </p:nvSpPr>
        <p:spPr>
          <a:xfrm>
            <a:off x="5003693" y="3855251"/>
            <a:ext cx="973195" cy="253916"/>
          </a:xfrm>
          <a:prstGeom prst="rect">
            <a:avLst/>
          </a:prstGeom>
          <a:noFill/>
        </p:spPr>
        <p:txBody>
          <a:bodyPr wrap="square" rtlCol="0">
            <a:spAutoFit/>
          </a:bodyPr>
          <a:lstStyle/>
          <a:p>
            <a:r>
              <a:rPr lang="de-DE" sz="1050" dirty="0">
                <a:latin typeface="Verdana" panose="020B0604030504040204" pitchFamily="34" charset="0"/>
                <a:ea typeface="Verdana" panose="020B0604030504040204" pitchFamily="34" charset="0"/>
                <a:cs typeface="Verdana" panose="020B0604030504040204" pitchFamily="34" charset="0"/>
              </a:rPr>
              <a:t>2 Portionen</a:t>
            </a:r>
          </a:p>
        </p:txBody>
      </p:sp>
      <p:pic>
        <p:nvPicPr>
          <p:cNvPr id="13" name="Grafik 12">
            <a:extLst>
              <a:ext uri="{FF2B5EF4-FFF2-40B4-BE49-F238E27FC236}">
                <a16:creationId xmlns:a16="http://schemas.microsoft.com/office/drawing/2014/main" id="{B3BB6D54-016D-2301-EF60-A42E0AC2EC8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59340" y="3910680"/>
            <a:ext cx="135450" cy="154800"/>
          </a:xfrm>
          <a:prstGeom prst="rect">
            <a:avLst/>
          </a:prstGeom>
        </p:spPr>
      </p:pic>
    </p:spTree>
    <p:extLst>
      <p:ext uri="{BB962C8B-B14F-4D97-AF65-F5344CB8AC3E}">
        <p14:creationId xmlns:p14="http://schemas.microsoft.com/office/powerpoint/2010/main" val="516694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4EC91233-9897-53F3-E96E-B5D62FAB4916}"/>
              </a:ext>
            </a:extLst>
          </p:cNvPr>
          <p:cNvSpPr txBox="1"/>
          <p:nvPr/>
        </p:nvSpPr>
        <p:spPr>
          <a:xfrm>
            <a:off x="448871" y="287303"/>
            <a:ext cx="3732903" cy="1323439"/>
          </a:xfrm>
          <a:prstGeom prst="rect">
            <a:avLst/>
          </a:prstGeom>
          <a:noFill/>
        </p:spPr>
        <p:txBody>
          <a:bodyPr wrap="square" rtlCol="0">
            <a:spAutoFit/>
          </a:bodyPr>
          <a:lstStyle/>
          <a:p>
            <a:r>
              <a:rPr lang="de-DE" sz="3200" dirty="0">
                <a:solidFill>
                  <a:srgbClr val="36401F"/>
                </a:solidFill>
                <a:latin typeface="Salsa" panose="02000503060000020004" pitchFamily="2" charset="77"/>
              </a:rPr>
              <a:t>Brownie-Cookies</a:t>
            </a:r>
          </a:p>
          <a:p>
            <a:endParaRPr lang="de-DE" sz="1200" dirty="0"/>
          </a:p>
          <a:p>
            <a:r>
              <a:rPr lang="de-DE" sz="1200" dirty="0">
                <a:latin typeface="Verdana" panose="020B0604030504040204" pitchFamily="34" charset="0"/>
                <a:ea typeface="Verdana" panose="020B0604030504040204" pitchFamily="34" charset="0"/>
                <a:cs typeface="Verdana" panose="020B0604030504040204" pitchFamily="34" charset="0"/>
              </a:rPr>
              <a:t>Die Brownie-Cookies sind außen knusprig und innen noch weich. Sie sind so schokoladig wie Brownies und klein und knusprig wie Kekse.</a:t>
            </a:r>
          </a:p>
        </p:txBody>
      </p:sp>
      <p:sp>
        <p:nvSpPr>
          <p:cNvPr id="3" name="Textfeld 2">
            <a:extLst>
              <a:ext uri="{FF2B5EF4-FFF2-40B4-BE49-F238E27FC236}">
                <a16:creationId xmlns:a16="http://schemas.microsoft.com/office/drawing/2014/main" id="{CCF381E1-19EF-DBD9-D4F4-E27E02C762E8}"/>
              </a:ext>
            </a:extLst>
          </p:cNvPr>
          <p:cNvSpPr txBox="1"/>
          <p:nvPr/>
        </p:nvSpPr>
        <p:spPr>
          <a:xfrm>
            <a:off x="448871" y="2302842"/>
            <a:ext cx="3125653" cy="2154436"/>
          </a:xfrm>
          <a:prstGeom prst="rect">
            <a:avLst/>
          </a:prstGeom>
          <a:noFill/>
        </p:spPr>
        <p:txBody>
          <a:bodyPr wrap="square" rtlCol="0">
            <a:spAutoFit/>
          </a:bodyPr>
          <a:lstStyle/>
          <a:p>
            <a:r>
              <a:rPr lang="de-DE" sz="1300" b="1" dirty="0">
                <a:solidFill>
                  <a:srgbClr val="36401F"/>
                </a:solidFill>
                <a:latin typeface="Verdana" panose="020B0604030504040204" pitchFamily="34" charset="0"/>
                <a:ea typeface="Verdana" panose="020B0604030504040204" pitchFamily="34" charset="0"/>
                <a:cs typeface="Verdana" panose="020B0604030504040204" pitchFamily="34" charset="0"/>
              </a:rPr>
              <a:t>Zutaten</a:t>
            </a:r>
          </a:p>
          <a:p>
            <a:r>
              <a:rPr lang="de-DE" sz="1100" dirty="0">
                <a:latin typeface="Verdana" panose="020B0604030504040204" pitchFamily="34" charset="0"/>
                <a:ea typeface="Verdana" panose="020B0604030504040204" pitchFamily="34" charset="0"/>
                <a:cs typeface="Verdana" panose="020B0604030504040204" pitchFamily="34" charset="0"/>
              </a:rPr>
              <a:t>120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Butter</a:t>
            </a:r>
          </a:p>
          <a:p>
            <a:r>
              <a:rPr lang="de-DE" sz="1100" dirty="0">
                <a:latin typeface="Verdana" panose="020B0604030504040204" pitchFamily="34" charset="0"/>
                <a:ea typeface="Verdana" panose="020B0604030504040204" pitchFamily="34" charset="0"/>
                <a:cs typeface="Verdana" panose="020B0604030504040204" pitchFamily="34" charset="0"/>
              </a:rPr>
              <a:t>200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Zartbitterschokolade</a:t>
            </a:r>
          </a:p>
          <a:p>
            <a:r>
              <a:rPr lang="de-DE" sz="1100" dirty="0">
                <a:latin typeface="Verdana" panose="020B0604030504040204" pitchFamily="34" charset="0"/>
                <a:ea typeface="Verdana" panose="020B0604030504040204" pitchFamily="34" charset="0"/>
                <a:cs typeface="Verdana" panose="020B0604030504040204" pitchFamily="34" charset="0"/>
              </a:rPr>
              <a:t>150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Zucker</a:t>
            </a:r>
          </a:p>
          <a:p>
            <a:r>
              <a:rPr lang="de-DE" sz="1100" dirty="0">
                <a:latin typeface="Verdana" panose="020B0604030504040204" pitchFamily="34" charset="0"/>
                <a:ea typeface="Verdana" panose="020B0604030504040204" pitchFamily="34" charset="0"/>
                <a:cs typeface="Verdana" panose="020B0604030504040204" pitchFamily="34" charset="0"/>
              </a:rPr>
              <a:t>100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brauner Zucker</a:t>
            </a:r>
          </a:p>
          <a:p>
            <a:r>
              <a:rPr lang="de-DE" sz="1100" dirty="0">
                <a:latin typeface="Verdana" panose="020B0604030504040204" pitchFamily="34" charset="0"/>
                <a:ea typeface="Verdana" panose="020B0604030504040204" pitchFamily="34" charset="0"/>
                <a:cs typeface="Verdana" panose="020B0604030504040204" pitchFamily="34" charset="0"/>
              </a:rPr>
              <a:t>2 Eier</a:t>
            </a:r>
          </a:p>
          <a:p>
            <a:r>
              <a:rPr lang="de-DE" sz="1100" dirty="0">
                <a:latin typeface="Verdana" panose="020B0604030504040204" pitchFamily="34" charset="0"/>
                <a:ea typeface="Verdana" panose="020B0604030504040204" pitchFamily="34" charset="0"/>
                <a:cs typeface="Verdana" panose="020B0604030504040204" pitchFamily="34" charset="0"/>
              </a:rPr>
              <a:t>1 TL Vanilleextrakt</a:t>
            </a:r>
          </a:p>
          <a:p>
            <a:r>
              <a:rPr lang="de-DE" sz="1100" dirty="0">
                <a:latin typeface="Verdana" panose="020B0604030504040204" pitchFamily="34" charset="0"/>
                <a:ea typeface="Verdana" panose="020B0604030504040204" pitchFamily="34" charset="0"/>
                <a:cs typeface="Verdana" panose="020B0604030504040204" pitchFamily="34" charset="0"/>
              </a:rPr>
              <a:t>1 Prise Salz</a:t>
            </a:r>
          </a:p>
          <a:p>
            <a:r>
              <a:rPr lang="de-DE" sz="1100" dirty="0">
                <a:latin typeface="Verdana" panose="020B0604030504040204" pitchFamily="34" charset="0"/>
                <a:ea typeface="Verdana" panose="020B0604030504040204" pitchFamily="34" charset="0"/>
                <a:cs typeface="Verdana" panose="020B0604030504040204" pitchFamily="34" charset="0"/>
              </a:rPr>
              <a:t>125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Mehl</a:t>
            </a:r>
          </a:p>
          <a:p>
            <a:r>
              <a:rPr lang="de-DE" sz="1100" dirty="0">
                <a:latin typeface="Verdana" panose="020B0604030504040204" pitchFamily="34" charset="0"/>
                <a:ea typeface="Verdana" panose="020B0604030504040204" pitchFamily="34" charset="0"/>
                <a:cs typeface="Verdana" panose="020B0604030504040204" pitchFamily="34" charset="0"/>
              </a:rPr>
              <a:t>20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Backkakao</a:t>
            </a:r>
          </a:p>
          <a:p>
            <a:r>
              <a:rPr lang="de-DE" sz="1100" dirty="0">
                <a:latin typeface="Verdana" panose="020B0604030504040204" pitchFamily="34" charset="0"/>
                <a:ea typeface="Verdana" panose="020B0604030504040204" pitchFamily="34" charset="0"/>
                <a:cs typeface="Verdana" panose="020B0604030504040204" pitchFamily="34" charset="0"/>
              </a:rPr>
              <a:t>1 TL Backpulver</a:t>
            </a:r>
          </a:p>
          <a:p>
            <a:r>
              <a:rPr lang="de-DE" sz="1100" dirty="0">
                <a:latin typeface="Verdana" panose="020B0604030504040204" pitchFamily="34" charset="0"/>
                <a:ea typeface="Verdana" panose="020B0604030504040204" pitchFamily="34" charset="0"/>
                <a:cs typeface="Verdana" panose="020B0604030504040204" pitchFamily="34" charset="0"/>
              </a:rPr>
              <a:t>100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Schokoladenstücke (</a:t>
            </a:r>
            <a:r>
              <a:rPr lang="de-DE" sz="1100" dirty="0" err="1">
                <a:latin typeface="Verdana" panose="020B0604030504040204" pitchFamily="34" charset="0"/>
                <a:ea typeface="Verdana" panose="020B0604030504040204" pitchFamily="34" charset="0"/>
                <a:cs typeface="Verdana" panose="020B0604030504040204" pitchFamily="34" charset="0"/>
              </a:rPr>
              <a:t>backfest</a:t>
            </a:r>
            <a:r>
              <a:rPr lang="de-DE" sz="1100" dirty="0">
                <a:latin typeface="Verdana" panose="020B0604030504040204" pitchFamily="34" charset="0"/>
                <a:ea typeface="Verdana" panose="020B0604030504040204" pitchFamily="34" charset="0"/>
                <a:cs typeface="Verdana" panose="020B0604030504040204" pitchFamily="34" charset="0"/>
              </a:rPr>
              <a:t>)</a:t>
            </a:r>
          </a:p>
        </p:txBody>
      </p:sp>
      <p:sp>
        <p:nvSpPr>
          <p:cNvPr id="5" name="Textfeld 4">
            <a:extLst>
              <a:ext uri="{FF2B5EF4-FFF2-40B4-BE49-F238E27FC236}">
                <a16:creationId xmlns:a16="http://schemas.microsoft.com/office/drawing/2014/main" id="{69AFAD1C-DCD5-86DD-735E-E8AFE70D30B1}"/>
              </a:ext>
            </a:extLst>
          </p:cNvPr>
          <p:cNvSpPr txBox="1"/>
          <p:nvPr/>
        </p:nvSpPr>
        <p:spPr>
          <a:xfrm>
            <a:off x="448871" y="4618002"/>
            <a:ext cx="6858556" cy="2816156"/>
          </a:xfrm>
          <a:prstGeom prst="rect">
            <a:avLst/>
          </a:prstGeom>
          <a:noFill/>
        </p:spPr>
        <p:txBody>
          <a:bodyPr wrap="square" rtlCol="0">
            <a:spAutoFit/>
          </a:bodyPr>
          <a:lstStyle/>
          <a:p>
            <a:r>
              <a:rPr lang="de-DE" sz="1400" b="1" dirty="0">
                <a:solidFill>
                  <a:srgbClr val="36401F"/>
                </a:solidFill>
                <a:latin typeface="Verdana" panose="020B0604030504040204" pitchFamily="34" charset="0"/>
                <a:ea typeface="Verdana" panose="020B0604030504040204" pitchFamily="34" charset="0"/>
                <a:cs typeface="Verdana" panose="020B0604030504040204" pitchFamily="34" charset="0"/>
              </a:rPr>
              <a:t>Zubereitung</a:t>
            </a: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Vorbereitung</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Den Backofen auf 180°C Ober-/Unterhitze vorheizen. Zwei Backbleche mit </a:t>
            </a:r>
            <a:r>
              <a:rPr lang="de-DE" sz="1100" dirty="0">
                <a:latin typeface="Verdana" panose="020B0604030504040204" pitchFamily="34" charset="0"/>
                <a:ea typeface="Verdana" panose="020B0604030504040204" pitchFamily="34" charset="0"/>
                <a:cs typeface="Verdana" panose="020B0604030504040204" pitchFamily="34" charset="0"/>
              </a:rPr>
              <a:t>Backpapier auslegen.</a:t>
            </a: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Teig</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Die Butter in einem Topf schmelzen. Von der Herdplatte nehmen und die Schokolade einrühren, bis sie vollständig geschmolzen ist.</a:t>
            </a:r>
          </a:p>
          <a:p>
            <a:pPr marL="180975"/>
            <a:r>
              <a:rPr lang="de-DE" sz="1050" dirty="0">
                <a:latin typeface="Verdana" panose="020B0604030504040204" pitchFamily="34" charset="0"/>
                <a:ea typeface="Verdana" panose="020B0604030504040204" pitchFamily="34" charset="0"/>
                <a:cs typeface="Verdana" panose="020B0604030504040204" pitchFamily="34" charset="0"/>
              </a:rPr>
              <a:t>In der Zwischenzeit den Zucker, den braunen Zucker, die Eier und das Vanilleextrakt weiß cremig schlagen. Das Mehl mit Salz, dem Kakao, Backpulver und den Schokoladenstückchen vermischen. Die Schokoladenbutter in die Eiermasse geben und unterrühren. Zum Schluss noch die trockenen Zutaten kurz untermischen, bis alles gut vermengt ist.</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Den Teig mit einem Eisportionierer auf das Backblech geben. Dabei etwas mehr Platz zwischen den Keksen lassen.</a:t>
            </a:r>
            <a:endParaRPr lang="de-DE" sz="1100" dirty="0">
              <a:latin typeface="Verdana" panose="020B0604030504040204" pitchFamily="34" charset="0"/>
              <a:ea typeface="Verdana" panose="020B0604030504040204" pitchFamily="34" charset="0"/>
              <a:cs typeface="Verdana" panose="020B0604030504040204" pitchFamily="34" charset="0"/>
            </a:endParaRP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Backen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Die Kekse für 12 bis 15 Minuten backen. Nach dem herausholen noch 10 Minuten abkühlen lassen. </a:t>
            </a:r>
          </a:p>
        </p:txBody>
      </p:sp>
      <p:sp>
        <p:nvSpPr>
          <p:cNvPr id="6" name="Abgerundetes Rechteck 5">
            <a:extLst>
              <a:ext uri="{FF2B5EF4-FFF2-40B4-BE49-F238E27FC236}">
                <a16:creationId xmlns:a16="http://schemas.microsoft.com/office/drawing/2014/main" id="{B7728644-EC91-6EB9-8A7C-03281E7A25C1}"/>
              </a:ext>
            </a:extLst>
          </p:cNvPr>
          <p:cNvSpPr/>
          <p:nvPr/>
        </p:nvSpPr>
        <p:spPr>
          <a:xfrm>
            <a:off x="416597" y="4618002"/>
            <a:ext cx="6984663" cy="2816156"/>
          </a:xfrm>
          <a:prstGeom prst="roundRect">
            <a:avLst>
              <a:gd name="adj" fmla="val 2397"/>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Abgerundetes Rechteck 7">
            <a:extLst>
              <a:ext uri="{FF2B5EF4-FFF2-40B4-BE49-F238E27FC236}">
                <a16:creationId xmlns:a16="http://schemas.microsoft.com/office/drawing/2014/main" id="{7D6F75CE-314A-DFF2-B3AE-D39838B7230F}"/>
              </a:ext>
            </a:extLst>
          </p:cNvPr>
          <p:cNvSpPr/>
          <p:nvPr/>
        </p:nvSpPr>
        <p:spPr>
          <a:xfrm>
            <a:off x="416596" y="2259809"/>
            <a:ext cx="3157927" cy="2197469"/>
          </a:xfrm>
          <a:prstGeom prst="roundRect">
            <a:avLst>
              <a:gd name="adj" fmla="val 2397"/>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Abgerundetes Rechteck 3">
            <a:extLst>
              <a:ext uri="{FF2B5EF4-FFF2-40B4-BE49-F238E27FC236}">
                <a16:creationId xmlns:a16="http://schemas.microsoft.com/office/drawing/2014/main" id="{33C9390B-442D-3949-4D05-D0CCC05C5CF9}"/>
              </a:ext>
            </a:extLst>
          </p:cNvPr>
          <p:cNvSpPr/>
          <p:nvPr/>
        </p:nvSpPr>
        <p:spPr>
          <a:xfrm>
            <a:off x="6220918" y="4195668"/>
            <a:ext cx="1180342" cy="261610"/>
          </a:xfrm>
          <a:prstGeom prst="roundRect">
            <a:avLst>
              <a:gd name="adj" fmla="val 37381"/>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0FAD3B69-1F79-2AF3-D842-D3105B676667}"/>
              </a:ext>
            </a:extLst>
          </p:cNvPr>
          <p:cNvSpPr txBox="1"/>
          <p:nvPr/>
        </p:nvSpPr>
        <p:spPr>
          <a:xfrm>
            <a:off x="6460762" y="4195668"/>
            <a:ext cx="940498" cy="253916"/>
          </a:xfrm>
          <a:prstGeom prst="rect">
            <a:avLst/>
          </a:prstGeom>
          <a:noFill/>
        </p:spPr>
        <p:txBody>
          <a:bodyPr wrap="square" rtlCol="0">
            <a:spAutoFit/>
          </a:bodyPr>
          <a:lstStyle/>
          <a:p>
            <a:r>
              <a:rPr lang="de-DE" sz="1050" dirty="0">
                <a:latin typeface="Verdana" panose="020B0604030504040204" pitchFamily="34" charset="0"/>
                <a:ea typeface="Verdana" panose="020B0604030504040204" pitchFamily="34" charset="0"/>
                <a:cs typeface="Verdana" panose="020B0604030504040204" pitchFamily="34" charset="0"/>
              </a:rPr>
              <a:t>40 Minuten</a:t>
            </a:r>
          </a:p>
        </p:txBody>
      </p:sp>
      <p:pic>
        <p:nvPicPr>
          <p:cNvPr id="9" name="Grafik 8">
            <a:extLst>
              <a:ext uri="{FF2B5EF4-FFF2-40B4-BE49-F238E27FC236}">
                <a16:creationId xmlns:a16="http://schemas.microsoft.com/office/drawing/2014/main" id="{F5922463-5216-4E5D-38F4-C277FB517F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9789" y="4247139"/>
            <a:ext cx="150973" cy="150973"/>
          </a:xfrm>
          <a:prstGeom prst="rect">
            <a:avLst/>
          </a:prstGeom>
        </p:spPr>
      </p:pic>
      <p:sp>
        <p:nvSpPr>
          <p:cNvPr id="10" name="Abgerundetes Rechteck 9">
            <a:extLst>
              <a:ext uri="{FF2B5EF4-FFF2-40B4-BE49-F238E27FC236}">
                <a16:creationId xmlns:a16="http://schemas.microsoft.com/office/drawing/2014/main" id="{FF418973-FEC5-B1F4-1ECB-72B95C0959C4}"/>
              </a:ext>
            </a:extLst>
          </p:cNvPr>
          <p:cNvSpPr/>
          <p:nvPr/>
        </p:nvSpPr>
        <p:spPr>
          <a:xfrm>
            <a:off x="5098432" y="4195668"/>
            <a:ext cx="973195" cy="261610"/>
          </a:xfrm>
          <a:prstGeom prst="roundRect">
            <a:avLst>
              <a:gd name="adj" fmla="val 37381"/>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AC048526-CF82-C653-E50E-87B9D2E8A609}"/>
              </a:ext>
            </a:extLst>
          </p:cNvPr>
          <p:cNvSpPr txBox="1"/>
          <p:nvPr/>
        </p:nvSpPr>
        <p:spPr>
          <a:xfrm>
            <a:off x="5334912" y="4195668"/>
            <a:ext cx="973195" cy="253916"/>
          </a:xfrm>
          <a:prstGeom prst="rect">
            <a:avLst/>
          </a:prstGeom>
          <a:noFill/>
        </p:spPr>
        <p:txBody>
          <a:bodyPr wrap="square" rtlCol="0">
            <a:spAutoFit/>
          </a:bodyPr>
          <a:lstStyle/>
          <a:p>
            <a:r>
              <a:rPr lang="de-DE" sz="1050" dirty="0">
                <a:latin typeface="Verdana" panose="020B0604030504040204" pitchFamily="34" charset="0"/>
                <a:ea typeface="Verdana" panose="020B0604030504040204" pitchFamily="34" charset="0"/>
                <a:cs typeface="Verdana" panose="020B0604030504040204" pitchFamily="34" charset="0"/>
              </a:rPr>
              <a:t>12 Stück</a:t>
            </a:r>
          </a:p>
        </p:txBody>
      </p:sp>
      <p:pic>
        <p:nvPicPr>
          <p:cNvPr id="12" name="Grafik 11">
            <a:extLst>
              <a:ext uri="{FF2B5EF4-FFF2-40B4-BE49-F238E27FC236}">
                <a16:creationId xmlns:a16="http://schemas.microsoft.com/office/drawing/2014/main" id="{3CF3C1F2-DC05-1A8D-45FE-7CBCCA90916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90559" y="4251097"/>
            <a:ext cx="135450" cy="154800"/>
          </a:xfrm>
          <a:prstGeom prst="rect">
            <a:avLst/>
          </a:prstGeom>
        </p:spPr>
      </p:pic>
      <p:pic>
        <p:nvPicPr>
          <p:cNvPr id="14" name="Grafik 13">
            <a:extLst>
              <a:ext uri="{FF2B5EF4-FFF2-40B4-BE49-F238E27FC236}">
                <a16:creationId xmlns:a16="http://schemas.microsoft.com/office/drawing/2014/main" id="{39653B77-1B0B-E383-170E-476F3FDCE0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5540" y="948417"/>
            <a:ext cx="2955720" cy="2945276"/>
          </a:xfrm>
          <a:prstGeom prst="rect">
            <a:avLst/>
          </a:prstGeom>
        </p:spPr>
      </p:pic>
    </p:spTree>
    <p:extLst>
      <p:ext uri="{BB962C8B-B14F-4D97-AF65-F5344CB8AC3E}">
        <p14:creationId xmlns:p14="http://schemas.microsoft.com/office/powerpoint/2010/main" val="1992624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4EC91233-9897-53F3-E96E-B5D62FAB4916}"/>
              </a:ext>
            </a:extLst>
          </p:cNvPr>
          <p:cNvSpPr txBox="1"/>
          <p:nvPr/>
        </p:nvSpPr>
        <p:spPr>
          <a:xfrm>
            <a:off x="448871" y="287303"/>
            <a:ext cx="3732903" cy="1508105"/>
          </a:xfrm>
          <a:prstGeom prst="rect">
            <a:avLst/>
          </a:prstGeom>
          <a:noFill/>
        </p:spPr>
        <p:txBody>
          <a:bodyPr wrap="square" rtlCol="0">
            <a:spAutoFit/>
          </a:bodyPr>
          <a:lstStyle/>
          <a:p>
            <a:r>
              <a:rPr lang="de-DE" sz="3200" dirty="0">
                <a:solidFill>
                  <a:srgbClr val="36401F"/>
                </a:solidFill>
                <a:latin typeface="Salsa" panose="02000503060000020004" pitchFamily="2" charset="77"/>
              </a:rPr>
              <a:t>Nussplätzchen</a:t>
            </a:r>
          </a:p>
          <a:p>
            <a:endParaRPr lang="de-DE" sz="1200" dirty="0"/>
          </a:p>
          <a:p>
            <a:r>
              <a:rPr lang="de-DE" sz="1200" dirty="0">
                <a:latin typeface="Verdana" panose="020B0604030504040204" pitchFamily="34" charset="0"/>
                <a:ea typeface="Verdana" panose="020B0604030504040204" pitchFamily="34" charset="0"/>
                <a:cs typeface="Verdana" panose="020B0604030504040204" pitchFamily="34" charset="0"/>
              </a:rPr>
              <a:t>Die Nussplätzchen sind perfekt für Weihnachten. Sie sind noch leicht weich und saftig. Der Klecks Schokolade oben drauf rundet den Geschmack ab.</a:t>
            </a:r>
          </a:p>
        </p:txBody>
      </p:sp>
      <p:sp>
        <p:nvSpPr>
          <p:cNvPr id="3" name="Textfeld 2">
            <a:extLst>
              <a:ext uri="{FF2B5EF4-FFF2-40B4-BE49-F238E27FC236}">
                <a16:creationId xmlns:a16="http://schemas.microsoft.com/office/drawing/2014/main" id="{CCF381E1-19EF-DBD9-D4F4-E27E02C762E8}"/>
              </a:ext>
            </a:extLst>
          </p:cNvPr>
          <p:cNvSpPr txBox="1"/>
          <p:nvPr/>
        </p:nvSpPr>
        <p:spPr>
          <a:xfrm>
            <a:off x="448871" y="2302842"/>
            <a:ext cx="3125653" cy="1815882"/>
          </a:xfrm>
          <a:prstGeom prst="rect">
            <a:avLst/>
          </a:prstGeom>
          <a:noFill/>
        </p:spPr>
        <p:txBody>
          <a:bodyPr wrap="square" rtlCol="0">
            <a:spAutoFit/>
          </a:bodyPr>
          <a:lstStyle/>
          <a:p>
            <a:r>
              <a:rPr lang="de-DE" sz="1300" b="1" dirty="0">
                <a:solidFill>
                  <a:srgbClr val="36401F"/>
                </a:solidFill>
                <a:latin typeface="Verdana" panose="020B0604030504040204" pitchFamily="34" charset="0"/>
                <a:ea typeface="Verdana" panose="020B0604030504040204" pitchFamily="34" charset="0"/>
                <a:cs typeface="Verdana" panose="020B0604030504040204" pitchFamily="34" charset="0"/>
              </a:rPr>
              <a:t>Zutaten</a:t>
            </a:r>
          </a:p>
          <a:p>
            <a:r>
              <a:rPr lang="de-DE" sz="1100" dirty="0">
                <a:latin typeface="Verdana" panose="020B0604030504040204" pitchFamily="34" charset="0"/>
                <a:ea typeface="Verdana" panose="020B0604030504040204" pitchFamily="34" charset="0"/>
                <a:cs typeface="Verdana" panose="020B0604030504040204" pitchFamily="34" charset="0"/>
              </a:rPr>
              <a:t>125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Haselnüsse, gemahlen</a:t>
            </a:r>
          </a:p>
          <a:p>
            <a:r>
              <a:rPr lang="de-DE" sz="1100" dirty="0">
                <a:latin typeface="Verdana" panose="020B0604030504040204" pitchFamily="34" charset="0"/>
                <a:ea typeface="Verdana" panose="020B0604030504040204" pitchFamily="34" charset="0"/>
                <a:cs typeface="Verdana" panose="020B0604030504040204" pitchFamily="34" charset="0"/>
              </a:rPr>
              <a:t>125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Mandeln, gemahlen</a:t>
            </a:r>
          </a:p>
          <a:p>
            <a:r>
              <a:rPr lang="de-DE" sz="1100" dirty="0">
                <a:latin typeface="Verdana" panose="020B0604030504040204" pitchFamily="34" charset="0"/>
                <a:ea typeface="Verdana" panose="020B0604030504040204" pitchFamily="34" charset="0"/>
                <a:cs typeface="Verdana" panose="020B0604030504040204" pitchFamily="34" charset="0"/>
              </a:rPr>
              <a:t>150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Zucker</a:t>
            </a:r>
          </a:p>
          <a:p>
            <a:r>
              <a:rPr lang="de-DE" sz="1100" dirty="0">
                <a:latin typeface="Verdana" panose="020B0604030504040204" pitchFamily="34" charset="0"/>
                <a:ea typeface="Verdana" panose="020B0604030504040204" pitchFamily="34" charset="0"/>
                <a:cs typeface="Verdana" panose="020B0604030504040204" pitchFamily="34" charset="0"/>
              </a:rPr>
              <a:t>50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Butter</a:t>
            </a:r>
          </a:p>
          <a:p>
            <a:r>
              <a:rPr lang="de-DE" sz="1100" dirty="0">
                <a:latin typeface="Verdana" panose="020B0604030504040204" pitchFamily="34" charset="0"/>
                <a:ea typeface="Verdana" panose="020B0604030504040204" pitchFamily="34" charset="0"/>
                <a:cs typeface="Verdana" panose="020B0604030504040204" pitchFamily="34" charset="0"/>
              </a:rPr>
              <a:t>3 EL Mehl</a:t>
            </a:r>
          </a:p>
          <a:p>
            <a:r>
              <a:rPr lang="de-DE" sz="1100" dirty="0">
                <a:latin typeface="Verdana" panose="020B0604030504040204" pitchFamily="34" charset="0"/>
                <a:ea typeface="Verdana" panose="020B0604030504040204" pitchFamily="34" charset="0"/>
                <a:cs typeface="Verdana" panose="020B0604030504040204" pitchFamily="34" charset="0"/>
              </a:rPr>
              <a:t>1 Prise Salz</a:t>
            </a:r>
          </a:p>
          <a:p>
            <a:r>
              <a:rPr lang="de-DE" sz="1100" dirty="0">
                <a:latin typeface="Verdana" panose="020B0604030504040204" pitchFamily="34" charset="0"/>
                <a:ea typeface="Verdana" panose="020B0604030504040204" pitchFamily="34" charset="0"/>
                <a:cs typeface="Verdana" panose="020B0604030504040204" pitchFamily="34" charset="0"/>
              </a:rPr>
              <a:t>1 </a:t>
            </a:r>
            <a:r>
              <a:rPr lang="de-DE" sz="1100" dirty="0" err="1">
                <a:latin typeface="Verdana" panose="020B0604030504040204" pitchFamily="34" charset="0"/>
                <a:ea typeface="Verdana" panose="020B0604030504040204" pitchFamily="34" charset="0"/>
                <a:cs typeface="Verdana" panose="020B0604030504040204" pitchFamily="34" charset="0"/>
              </a:rPr>
              <a:t>Msp</a:t>
            </a:r>
            <a:r>
              <a:rPr lang="de-DE" sz="1100" dirty="0">
                <a:latin typeface="Verdana" panose="020B0604030504040204" pitchFamily="34" charset="0"/>
                <a:ea typeface="Verdana" panose="020B0604030504040204" pitchFamily="34" charset="0"/>
                <a:cs typeface="Verdana" panose="020B0604030504040204" pitchFamily="34" charset="0"/>
              </a:rPr>
              <a:t>. Zimt</a:t>
            </a:r>
          </a:p>
          <a:p>
            <a:r>
              <a:rPr lang="de-DE" sz="1100" dirty="0">
                <a:latin typeface="Verdana" panose="020B0604030504040204" pitchFamily="34" charset="0"/>
                <a:ea typeface="Verdana" panose="020B0604030504040204" pitchFamily="34" charset="0"/>
                <a:cs typeface="Verdana" panose="020B0604030504040204" pitchFamily="34" charset="0"/>
              </a:rPr>
              <a:t>4 Eiweiße</a:t>
            </a:r>
          </a:p>
          <a:p>
            <a:r>
              <a:rPr lang="de-DE" sz="1100" dirty="0">
                <a:latin typeface="Verdana" panose="020B0604030504040204" pitchFamily="34" charset="0"/>
                <a:ea typeface="Verdana" panose="020B0604030504040204" pitchFamily="34" charset="0"/>
                <a:cs typeface="Verdana" panose="020B0604030504040204" pitchFamily="34" charset="0"/>
              </a:rPr>
              <a:t>200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Schokolade</a:t>
            </a:r>
          </a:p>
        </p:txBody>
      </p:sp>
      <p:sp>
        <p:nvSpPr>
          <p:cNvPr id="5" name="Textfeld 4">
            <a:extLst>
              <a:ext uri="{FF2B5EF4-FFF2-40B4-BE49-F238E27FC236}">
                <a16:creationId xmlns:a16="http://schemas.microsoft.com/office/drawing/2014/main" id="{69AFAD1C-DCD5-86DD-735E-E8AFE70D30B1}"/>
              </a:ext>
            </a:extLst>
          </p:cNvPr>
          <p:cNvSpPr txBox="1"/>
          <p:nvPr/>
        </p:nvSpPr>
        <p:spPr>
          <a:xfrm>
            <a:off x="448871" y="4306031"/>
            <a:ext cx="6858556" cy="2162130"/>
          </a:xfrm>
          <a:prstGeom prst="rect">
            <a:avLst/>
          </a:prstGeom>
          <a:noFill/>
        </p:spPr>
        <p:txBody>
          <a:bodyPr wrap="square" rtlCol="0">
            <a:spAutoFit/>
          </a:bodyPr>
          <a:lstStyle/>
          <a:p>
            <a:r>
              <a:rPr lang="de-DE" sz="1400" b="1" dirty="0">
                <a:solidFill>
                  <a:srgbClr val="36401F"/>
                </a:solidFill>
                <a:latin typeface="Verdana" panose="020B0604030504040204" pitchFamily="34" charset="0"/>
                <a:ea typeface="Verdana" panose="020B0604030504040204" pitchFamily="34" charset="0"/>
                <a:cs typeface="Verdana" panose="020B0604030504040204" pitchFamily="34" charset="0"/>
              </a:rPr>
              <a:t>Zubereitung</a:t>
            </a: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Vorbereitung</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Den Backofen auf 180 °C Umluft vorheizen. Zwei Backbleche mit </a:t>
            </a:r>
            <a:r>
              <a:rPr lang="de-DE" sz="1100" dirty="0">
                <a:latin typeface="Verdana" panose="020B0604030504040204" pitchFamily="34" charset="0"/>
                <a:ea typeface="Verdana" panose="020B0604030504040204" pitchFamily="34" charset="0"/>
                <a:cs typeface="Verdana" panose="020B0604030504040204" pitchFamily="34" charset="0"/>
              </a:rPr>
              <a:t>Backpapier auslegen.</a:t>
            </a: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Teig</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Die Haselnüsse, Mandeln, den Zucker, Mehl und Zimt in einer Schüssel mischen. Die Butter in einem Topf zerlassen und in die Mischung geben. Das Ganze gut verrühren.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Die Eiweiße mit einer Prise Salz fest aufschlagen. Den Eischnee unter die Masse heben.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Mit eine TL kleine Häufchen auf ein Backblech setzen. Dabei etwas Abstand zwischen den Keksen lassen.</a:t>
            </a:r>
            <a:endParaRPr lang="de-DE" sz="1100" dirty="0">
              <a:latin typeface="Verdana" panose="020B0604030504040204" pitchFamily="34" charset="0"/>
              <a:ea typeface="Verdana" panose="020B0604030504040204" pitchFamily="34" charset="0"/>
              <a:cs typeface="Verdana" panose="020B0604030504040204" pitchFamily="34" charset="0"/>
            </a:endParaRP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Backen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Die Kekse für 10 bis 15 Minuten goldbraun backen. Nach dem Abkühlen auf jedes Plätzchen einen TL geschmolzene Schokolade geben.</a:t>
            </a:r>
          </a:p>
        </p:txBody>
      </p:sp>
      <p:sp>
        <p:nvSpPr>
          <p:cNvPr id="6" name="Abgerundetes Rechteck 5">
            <a:extLst>
              <a:ext uri="{FF2B5EF4-FFF2-40B4-BE49-F238E27FC236}">
                <a16:creationId xmlns:a16="http://schemas.microsoft.com/office/drawing/2014/main" id="{B7728644-EC91-6EB9-8A7C-03281E7A25C1}"/>
              </a:ext>
            </a:extLst>
          </p:cNvPr>
          <p:cNvSpPr/>
          <p:nvPr/>
        </p:nvSpPr>
        <p:spPr>
          <a:xfrm>
            <a:off x="416597" y="4306031"/>
            <a:ext cx="6984663" cy="2162130"/>
          </a:xfrm>
          <a:prstGeom prst="roundRect">
            <a:avLst>
              <a:gd name="adj" fmla="val 2397"/>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Abgerundetes Rechteck 7">
            <a:extLst>
              <a:ext uri="{FF2B5EF4-FFF2-40B4-BE49-F238E27FC236}">
                <a16:creationId xmlns:a16="http://schemas.microsoft.com/office/drawing/2014/main" id="{7D6F75CE-314A-DFF2-B3AE-D39838B7230F}"/>
              </a:ext>
            </a:extLst>
          </p:cNvPr>
          <p:cNvSpPr/>
          <p:nvPr/>
        </p:nvSpPr>
        <p:spPr>
          <a:xfrm>
            <a:off x="416596" y="2259809"/>
            <a:ext cx="3157927" cy="1858915"/>
          </a:xfrm>
          <a:prstGeom prst="roundRect">
            <a:avLst>
              <a:gd name="adj" fmla="val 2397"/>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Abgerundetes Rechteck 3">
            <a:extLst>
              <a:ext uri="{FF2B5EF4-FFF2-40B4-BE49-F238E27FC236}">
                <a16:creationId xmlns:a16="http://schemas.microsoft.com/office/drawing/2014/main" id="{0CDB0FC6-5D53-D384-1509-39599A0D76C6}"/>
              </a:ext>
            </a:extLst>
          </p:cNvPr>
          <p:cNvSpPr/>
          <p:nvPr/>
        </p:nvSpPr>
        <p:spPr>
          <a:xfrm>
            <a:off x="6220918" y="3857114"/>
            <a:ext cx="1180342" cy="261610"/>
          </a:xfrm>
          <a:prstGeom prst="roundRect">
            <a:avLst>
              <a:gd name="adj" fmla="val 37381"/>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438793AA-ADA5-B96E-6E14-D5BC77ECCC57}"/>
              </a:ext>
            </a:extLst>
          </p:cNvPr>
          <p:cNvSpPr txBox="1"/>
          <p:nvPr/>
        </p:nvSpPr>
        <p:spPr>
          <a:xfrm>
            <a:off x="6460762" y="3857114"/>
            <a:ext cx="940498" cy="253916"/>
          </a:xfrm>
          <a:prstGeom prst="rect">
            <a:avLst/>
          </a:prstGeom>
          <a:noFill/>
        </p:spPr>
        <p:txBody>
          <a:bodyPr wrap="square" rtlCol="0">
            <a:spAutoFit/>
          </a:bodyPr>
          <a:lstStyle/>
          <a:p>
            <a:r>
              <a:rPr lang="de-DE" sz="1050" dirty="0">
                <a:latin typeface="Verdana" panose="020B0604030504040204" pitchFamily="34" charset="0"/>
                <a:ea typeface="Verdana" panose="020B0604030504040204" pitchFamily="34" charset="0"/>
                <a:cs typeface="Verdana" panose="020B0604030504040204" pitchFamily="34" charset="0"/>
              </a:rPr>
              <a:t>30 Minuten</a:t>
            </a:r>
          </a:p>
        </p:txBody>
      </p:sp>
      <p:pic>
        <p:nvPicPr>
          <p:cNvPr id="9" name="Grafik 8">
            <a:extLst>
              <a:ext uri="{FF2B5EF4-FFF2-40B4-BE49-F238E27FC236}">
                <a16:creationId xmlns:a16="http://schemas.microsoft.com/office/drawing/2014/main" id="{A7FF33AB-4143-D9C7-B8B1-A64F6A68C6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9789" y="3908585"/>
            <a:ext cx="150973" cy="150973"/>
          </a:xfrm>
          <a:prstGeom prst="rect">
            <a:avLst/>
          </a:prstGeom>
        </p:spPr>
      </p:pic>
      <p:sp>
        <p:nvSpPr>
          <p:cNvPr id="10" name="Abgerundetes Rechteck 9">
            <a:extLst>
              <a:ext uri="{FF2B5EF4-FFF2-40B4-BE49-F238E27FC236}">
                <a16:creationId xmlns:a16="http://schemas.microsoft.com/office/drawing/2014/main" id="{162C9726-D5E7-F7C8-DE84-A17474041E65}"/>
              </a:ext>
            </a:extLst>
          </p:cNvPr>
          <p:cNvSpPr/>
          <p:nvPr/>
        </p:nvSpPr>
        <p:spPr>
          <a:xfrm>
            <a:off x="5100114" y="3855251"/>
            <a:ext cx="973195" cy="261610"/>
          </a:xfrm>
          <a:prstGeom prst="roundRect">
            <a:avLst>
              <a:gd name="adj" fmla="val 37381"/>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39EA917E-8287-6355-2A42-2616DB84F38F}"/>
              </a:ext>
            </a:extLst>
          </p:cNvPr>
          <p:cNvSpPr txBox="1"/>
          <p:nvPr/>
        </p:nvSpPr>
        <p:spPr>
          <a:xfrm>
            <a:off x="5336594" y="3855251"/>
            <a:ext cx="973195" cy="253916"/>
          </a:xfrm>
          <a:prstGeom prst="rect">
            <a:avLst/>
          </a:prstGeom>
          <a:noFill/>
        </p:spPr>
        <p:txBody>
          <a:bodyPr wrap="square" rtlCol="0">
            <a:spAutoFit/>
          </a:bodyPr>
          <a:lstStyle/>
          <a:p>
            <a:r>
              <a:rPr lang="de-DE" sz="1050" dirty="0">
                <a:latin typeface="Verdana" panose="020B0604030504040204" pitchFamily="34" charset="0"/>
                <a:ea typeface="Verdana" panose="020B0604030504040204" pitchFamily="34" charset="0"/>
                <a:cs typeface="Verdana" panose="020B0604030504040204" pitchFamily="34" charset="0"/>
              </a:rPr>
              <a:t>20 Stück</a:t>
            </a:r>
          </a:p>
        </p:txBody>
      </p:sp>
      <p:pic>
        <p:nvPicPr>
          <p:cNvPr id="12" name="Grafik 11">
            <a:extLst>
              <a:ext uri="{FF2B5EF4-FFF2-40B4-BE49-F238E27FC236}">
                <a16:creationId xmlns:a16="http://schemas.microsoft.com/office/drawing/2014/main" id="{E592202C-D24D-77D4-BCC1-A37B7294173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92241" y="3910680"/>
            <a:ext cx="135450" cy="154800"/>
          </a:xfrm>
          <a:prstGeom prst="rect">
            <a:avLst/>
          </a:prstGeom>
        </p:spPr>
      </p:pic>
      <p:pic>
        <p:nvPicPr>
          <p:cNvPr id="13" name="Grafik 12">
            <a:extLst>
              <a:ext uri="{FF2B5EF4-FFF2-40B4-BE49-F238E27FC236}">
                <a16:creationId xmlns:a16="http://schemas.microsoft.com/office/drawing/2014/main" id="{5C8F6B66-BEED-CC21-E86E-72646588EFB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30366" y="948417"/>
            <a:ext cx="2770894" cy="2761103"/>
          </a:xfrm>
          <a:prstGeom prst="rect">
            <a:avLst/>
          </a:prstGeom>
        </p:spPr>
      </p:pic>
    </p:spTree>
    <p:extLst>
      <p:ext uri="{BB962C8B-B14F-4D97-AF65-F5344CB8AC3E}">
        <p14:creationId xmlns:p14="http://schemas.microsoft.com/office/powerpoint/2010/main" val="944850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4EC91233-9897-53F3-E96E-B5D62FAB4916}"/>
              </a:ext>
            </a:extLst>
          </p:cNvPr>
          <p:cNvSpPr txBox="1"/>
          <p:nvPr/>
        </p:nvSpPr>
        <p:spPr>
          <a:xfrm>
            <a:off x="448871" y="287303"/>
            <a:ext cx="3732903" cy="2000548"/>
          </a:xfrm>
          <a:prstGeom prst="rect">
            <a:avLst/>
          </a:prstGeom>
          <a:noFill/>
        </p:spPr>
        <p:txBody>
          <a:bodyPr wrap="square" rtlCol="0">
            <a:spAutoFit/>
          </a:bodyPr>
          <a:lstStyle/>
          <a:p>
            <a:r>
              <a:rPr lang="de-DE" sz="3200" dirty="0">
                <a:solidFill>
                  <a:srgbClr val="36401F"/>
                </a:solidFill>
                <a:latin typeface="Salsa" panose="02000503060000020004" pitchFamily="2" charset="77"/>
              </a:rPr>
              <a:t>Joghurt-Limetten-Rührkuchen</a:t>
            </a:r>
          </a:p>
          <a:p>
            <a:endParaRPr lang="de-DE" sz="1200" dirty="0"/>
          </a:p>
          <a:p>
            <a:r>
              <a:rPr lang="de-DE" sz="1200" dirty="0">
                <a:latin typeface="Verdana" panose="020B0604030504040204" pitchFamily="34" charset="0"/>
                <a:ea typeface="Verdana" panose="020B0604030504040204" pitchFamily="34" charset="0"/>
                <a:cs typeface="Verdana" panose="020B0604030504040204" pitchFamily="34" charset="0"/>
              </a:rPr>
              <a:t>Dieser Kuchen ist sehr saftig und kann sowohl in einer </a:t>
            </a:r>
            <a:r>
              <a:rPr lang="de-DE" sz="1200" dirty="0" err="1">
                <a:latin typeface="Verdana" panose="020B0604030504040204" pitchFamily="34" charset="0"/>
                <a:ea typeface="Verdana" panose="020B0604030504040204" pitchFamily="34" charset="0"/>
                <a:cs typeface="Verdana" panose="020B0604030504040204" pitchFamily="34" charset="0"/>
              </a:rPr>
              <a:t>Gugelhupfform</a:t>
            </a:r>
            <a:r>
              <a:rPr lang="de-DE" sz="1200" dirty="0">
                <a:latin typeface="Verdana" panose="020B0604030504040204" pitchFamily="34" charset="0"/>
                <a:ea typeface="Verdana" panose="020B0604030504040204" pitchFamily="34" charset="0"/>
                <a:cs typeface="Verdana" panose="020B0604030504040204" pitchFamily="34" charset="0"/>
              </a:rPr>
              <a:t>, einer Kastenform oder als Muffins gebacken werden.</a:t>
            </a:r>
          </a:p>
        </p:txBody>
      </p:sp>
      <p:sp>
        <p:nvSpPr>
          <p:cNvPr id="3" name="Textfeld 2">
            <a:extLst>
              <a:ext uri="{FF2B5EF4-FFF2-40B4-BE49-F238E27FC236}">
                <a16:creationId xmlns:a16="http://schemas.microsoft.com/office/drawing/2014/main" id="{CCF381E1-19EF-DBD9-D4F4-E27E02C762E8}"/>
              </a:ext>
            </a:extLst>
          </p:cNvPr>
          <p:cNvSpPr txBox="1"/>
          <p:nvPr/>
        </p:nvSpPr>
        <p:spPr>
          <a:xfrm>
            <a:off x="448871" y="2398378"/>
            <a:ext cx="3125653" cy="1477328"/>
          </a:xfrm>
          <a:prstGeom prst="rect">
            <a:avLst/>
          </a:prstGeom>
          <a:noFill/>
        </p:spPr>
        <p:txBody>
          <a:bodyPr wrap="square" rtlCol="0">
            <a:spAutoFit/>
          </a:bodyPr>
          <a:lstStyle/>
          <a:p>
            <a:r>
              <a:rPr lang="de-DE" sz="1300" b="1" dirty="0">
                <a:solidFill>
                  <a:srgbClr val="36401F"/>
                </a:solidFill>
                <a:latin typeface="Verdana" panose="020B0604030504040204" pitchFamily="34" charset="0"/>
                <a:ea typeface="Verdana" panose="020B0604030504040204" pitchFamily="34" charset="0"/>
                <a:cs typeface="Verdana" panose="020B0604030504040204" pitchFamily="34" charset="0"/>
              </a:rPr>
              <a:t>Zutaten</a:t>
            </a:r>
          </a:p>
          <a:p>
            <a:r>
              <a:rPr lang="de-DE" sz="1100" dirty="0">
                <a:latin typeface="Verdana" panose="020B0604030504040204" pitchFamily="34" charset="0"/>
                <a:ea typeface="Verdana" panose="020B0604030504040204" pitchFamily="34" charset="0"/>
                <a:cs typeface="Verdana" panose="020B0604030504040204" pitchFamily="34" charset="0"/>
              </a:rPr>
              <a:t>200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Mehl</a:t>
            </a:r>
          </a:p>
          <a:p>
            <a:r>
              <a:rPr lang="de-DE" sz="1100" dirty="0">
                <a:latin typeface="Verdana" panose="020B0604030504040204" pitchFamily="34" charset="0"/>
                <a:ea typeface="Verdana" panose="020B0604030504040204" pitchFamily="34" charset="0"/>
                <a:cs typeface="Verdana" panose="020B0604030504040204" pitchFamily="34" charset="0"/>
              </a:rPr>
              <a:t>100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Butter</a:t>
            </a:r>
          </a:p>
          <a:p>
            <a:r>
              <a:rPr lang="de-DE" sz="1100" dirty="0">
                <a:latin typeface="Verdana" panose="020B0604030504040204" pitchFamily="34" charset="0"/>
                <a:ea typeface="Verdana" panose="020B0604030504040204" pitchFamily="34" charset="0"/>
                <a:cs typeface="Verdana" panose="020B0604030504040204" pitchFamily="34" charset="0"/>
              </a:rPr>
              <a:t>120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Zucker</a:t>
            </a:r>
          </a:p>
          <a:p>
            <a:r>
              <a:rPr lang="de-DE" sz="1100" dirty="0">
                <a:latin typeface="Verdana" panose="020B0604030504040204" pitchFamily="34" charset="0"/>
                <a:ea typeface="Verdana" panose="020B0604030504040204" pitchFamily="34" charset="0"/>
                <a:cs typeface="Verdana" panose="020B0604030504040204" pitchFamily="34" charset="0"/>
              </a:rPr>
              <a:t>3 Eier</a:t>
            </a:r>
          </a:p>
          <a:p>
            <a:r>
              <a:rPr lang="de-DE" sz="1100" dirty="0">
                <a:latin typeface="Verdana" panose="020B0604030504040204" pitchFamily="34" charset="0"/>
                <a:ea typeface="Verdana" panose="020B0604030504040204" pitchFamily="34" charset="0"/>
                <a:cs typeface="Verdana" panose="020B0604030504040204" pitchFamily="34" charset="0"/>
              </a:rPr>
              <a:t>½ </a:t>
            </a:r>
            <a:r>
              <a:rPr lang="de-DE" sz="1100" dirty="0" err="1">
                <a:latin typeface="Verdana" panose="020B0604030504040204" pitchFamily="34" charset="0"/>
                <a:ea typeface="Verdana" panose="020B0604030504040204" pitchFamily="34" charset="0"/>
                <a:cs typeface="Verdana" panose="020B0604030504040204" pitchFamily="34" charset="0"/>
              </a:rPr>
              <a:t>Pck</a:t>
            </a:r>
            <a:r>
              <a:rPr lang="de-DE" sz="1100" dirty="0">
                <a:latin typeface="Verdana" panose="020B0604030504040204" pitchFamily="34" charset="0"/>
                <a:ea typeface="Verdana" panose="020B0604030504040204" pitchFamily="34" charset="0"/>
                <a:cs typeface="Verdana" panose="020B0604030504040204" pitchFamily="34" charset="0"/>
              </a:rPr>
              <a:t>. Backpulver</a:t>
            </a:r>
          </a:p>
          <a:p>
            <a:r>
              <a:rPr lang="de-DE" sz="1100" dirty="0">
                <a:latin typeface="Verdana" panose="020B0604030504040204" pitchFamily="34" charset="0"/>
                <a:ea typeface="Verdana" panose="020B0604030504040204" pitchFamily="34" charset="0"/>
                <a:cs typeface="Verdana" panose="020B0604030504040204" pitchFamily="34" charset="0"/>
              </a:rPr>
              <a:t>150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Joghurt (3,5 %)</a:t>
            </a:r>
          </a:p>
          <a:p>
            <a:r>
              <a:rPr lang="de-DE" sz="1100" dirty="0">
                <a:latin typeface="Verdana" panose="020B0604030504040204" pitchFamily="34" charset="0"/>
                <a:ea typeface="Verdana" panose="020B0604030504040204" pitchFamily="34" charset="0"/>
                <a:cs typeface="Verdana" panose="020B0604030504040204" pitchFamily="34" charset="0"/>
              </a:rPr>
              <a:t>1 EL Limettensaft</a:t>
            </a:r>
          </a:p>
        </p:txBody>
      </p:sp>
      <p:sp>
        <p:nvSpPr>
          <p:cNvPr id="5" name="Textfeld 4">
            <a:extLst>
              <a:ext uri="{FF2B5EF4-FFF2-40B4-BE49-F238E27FC236}">
                <a16:creationId xmlns:a16="http://schemas.microsoft.com/office/drawing/2014/main" id="{69AFAD1C-DCD5-86DD-735E-E8AFE70D30B1}"/>
              </a:ext>
            </a:extLst>
          </p:cNvPr>
          <p:cNvSpPr txBox="1"/>
          <p:nvPr/>
        </p:nvSpPr>
        <p:spPr>
          <a:xfrm>
            <a:off x="448871" y="4032331"/>
            <a:ext cx="6858556" cy="2477601"/>
          </a:xfrm>
          <a:prstGeom prst="rect">
            <a:avLst/>
          </a:prstGeom>
          <a:noFill/>
        </p:spPr>
        <p:txBody>
          <a:bodyPr wrap="square" rtlCol="0">
            <a:spAutoFit/>
          </a:bodyPr>
          <a:lstStyle/>
          <a:p>
            <a:r>
              <a:rPr lang="de-DE" sz="1400" b="1" dirty="0">
                <a:solidFill>
                  <a:srgbClr val="36401F"/>
                </a:solidFill>
                <a:latin typeface="Verdana" panose="020B0604030504040204" pitchFamily="34" charset="0"/>
                <a:ea typeface="Verdana" panose="020B0604030504040204" pitchFamily="34" charset="0"/>
                <a:cs typeface="Verdana" panose="020B0604030504040204" pitchFamily="34" charset="0"/>
              </a:rPr>
              <a:t>Zubereitung</a:t>
            </a: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Vorbereitung</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Den Backofen auf 170 °C Umluft vorheizen. Kastenform/</a:t>
            </a:r>
            <a:r>
              <a:rPr lang="de-DE" sz="1050" dirty="0" err="1">
                <a:latin typeface="Verdana" panose="020B0604030504040204" pitchFamily="34" charset="0"/>
                <a:ea typeface="Verdana" panose="020B0604030504040204" pitchFamily="34" charset="0"/>
                <a:cs typeface="Verdana" panose="020B0604030504040204" pitchFamily="34" charset="0"/>
              </a:rPr>
              <a:t>Gugelhupfform</a:t>
            </a:r>
            <a:r>
              <a:rPr lang="de-DE" sz="1050" dirty="0">
                <a:latin typeface="Verdana" panose="020B0604030504040204" pitchFamily="34" charset="0"/>
                <a:ea typeface="Verdana" panose="020B0604030504040204" pitchFamily="34" charset="0"/>
                <a:cs typeface="Verdana" panose="020B0604030504040204" pitchFamily="34" charset="0"/>
              </a:rPr>
              <a:t> einfetten oder ein </a:t>
            </a:r>
            <a:r>
              <a:rPr lang="de-DE" sz="1050" dirty="0" err="1">
                <a:latin typeface="Verdana" panose="020B0604030504040204" pitchFamily="34" charset="0"/>
                <a:ea typeface="Verdana" panose="020B0604030504040204" pitchFamily="34" charset="0"/>
                <a:cs typeface="Verdana" panose="020B0604030504040204" pitchFamily="34" charset="0"/>
              </a:rPr>
              <a:t>Muffinblech</a:t>
            </a:r>
            <a:r>
              <a:rPr lang="de-DE" sz="1050" dirty="0">
                <a:latin typeface="Verdana" panose="020B0604030504040204" pitchFamily="34" charset="0"/>
                <a:ea typeface="Verdana" panose="020B0604030504040204" pitchFamily="34" charset="0"/>
                <a:cs typeface="Verdana" panose="020B0604030504040204" pitchFamily="34" charset="0"/>
              </a:rPr>
              <a:t> mit Muffinförmchen füllen.</a:t>
            </a:r>
            <a:endParaRPr lang="de-DE" sz="1100" dirty="0">
              <a:latin typeface="Verdana" panose="020B0604030504040204" pitchFamily="34" charset="0"/>
              <a:ea typeface="Verdana" panose="020B0604030504040204" pitchFamily="34" charset="0"/>
              <a:cs typeface="Verdana" panose="020B0604030504040204" pitchFamily="34" charset="0"/>
            </a:endParaRP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Teig</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Die Eier mit dem Zucker schaumig aufschlagen. Nach und nach die Butter, den Joghurt und den Limettensaft dazu rühren.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Mehl und Backpulver vermischen und unter Rühren zu der Eiermasse hinzufügen.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Den Teig in die Form füllen.</a:t>
            </a:r>
            <a:endParaRPr lang="de-DE" sz="1100" dirty="0">
              <a:latin typeface="Verdana" panose="020B0604030504040204" pitchFamily="34" charset="0"/>
              <a:ea typeface="Verdana" panose="020B0604030504040204" pitchFamily="34" charset="0"/>
              <a:cs typeface="Verdana" panose="020B0604030504040204" pitchFamily="34" charset="0"/>
            </a:endParaRP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Backen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Den Kuchen ca. 60 Minuten auf mittlerer Schiene backen. Stäbchenprobe machen, ob er durchgebacken ist.</a:t>
            </a: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Verzierung</a:t>
            </a:r>
          </a:p>
          <a:p>
            <a:pPr marL="180975"/>
            <a:r>
              <a:rPr lang="de-DE" sz="1050" dirty="0">
                <a:latin typeface="Verdana" panose="020B0604030504040204" pitchFamily="34" charset="0"/>
                <a:ea typeface="Verdana" panose="020B0604030504040204" pitchFamily="34" charset="0"/>
                <a:cs typeface="Verdana" panose="020B0604030504040204" pitchFamily="34" charset="0"/>
              </a:rPr>
              <a:t>Puderzucker mit etwas Limettensaft glatt rühren und als Glasur auf den Kuchen geben.</a:t>
            </a:r>
          </a:p>
        </p:txBody>
      </p:sp>
      <p:sp>
        <p:nvSpPr>
          <p:cNvPr id="6" name="Abgerundetes Rechteck 5">
            <a:extLst>
              <a:ext uri="{FF2B5EF4-FFF2-40B4-BE49-F238E27FC236}">
                <a16:creationId xmlns:a16="http://schemas.microsoft.com/office/drawing/2014/main" id="{B7728644-EC91-6EB9-8A7C-03281E7A25C1}"/>
              </a:ext>
            </a:extLst>
          </p:cNvPr>
          <p:cNvSpPr/>
          <p:nvPr/>
        </p:nvSpPr>
        <p:spPr>
          <a:xfrm>
            <a:off x="416597" y="4032331"/>
            <a:ext cx="6984663" cy="2477601"/>
          </a:xfrm>
          <a:prstGeom prst="roundRect">
            <a:avLst>
              <a:gd name="adj" fmla="val 2397"/>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Abgerundetes Rechteck 7">
            <a:extLst>
              <a:ext uri="{FF2B5EF4-FFF2-40B4-BE49-F238E27FC236}">
                <a16:creationId xmlns:a16="http://schemas.microsoft.com/office/drawing/2014/main" id="{7D6F75CE-314A-DFF2-B3AE-D39838B7230F}"/>
              </a:ext>
            </a:extLst>
          </p:cNvPr>
          <p:cNvSpPr/>
          <p:nvPr/>
        </p:nvSpPr>
        <p:spPr>
          <a:xfrm>
            <a:off x="416596" y="2355346"/>
            <a:ext cx="3157927" cy="1520360"/>
          </a:xfrm>
          <a:prstGeom prst="roundRect">
            <a:avLst>
              <a:gd name="adj" fmla="val 2397"/>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Abgerundetes Rechteck 3">
            <a:extLst>
              <a:ext uri="{FF2B5EF4-FFF2-40B4-BE49-F238E27FC236}">
                <a16:creationId xmlns:a16="http://schemas.microsoft.com/office/drawing/2014/main" id="{17B76187-A1BC-BDF8-A396-D5770E926C79}"/>
              </a:ext>
            </a:extLst>
          </p:cNvPr>
          <p:cNvSpPr/>
          <p:nvPr/>
        </p:nvSpPr>
        <p:spPr>
          <a:xfrm>
            <a:off x="6220918" y="3614096"/>
            <a:ext cx="1180342" cy="261610"/>
          </a:xfrm>
          <a:prstGeom prst="roundRect">
            <a:avLst>
              <a:gd name="adj" fmla="val 37381"/>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D27221B7-41A0-A441-0EBB-C9E2E2EC59B2}"/>
              </a:ext>
            </a:extLst>
          </p:cNvPr>
          <p:cNvSpPr txBox="1"/>
          <p:nvPr/>
        </p:nvSpPr>
        <p:spPr>
          <a:xfrm>
            <a:off x="6460762" y="3614096"/>
            <a:ext cx="940498" cy="253916"/>
          </a:xfrm>
          <a:prstGeom prst="rect">
            <a:avLst/>
          </a:prstGeom>
          <a:noFill/>
        </p:spPr>
        <p:txBody>
          <a:bodyPr wrap="square" rtlCol="0">
            <a:spAutoFit/>
          </a:bodyPr>
          <a:lstStyle/>
          <a:p>
            <a:r>
              <a:rPr lang="de-DE" sz="1050" dirty="0">
                <a:latin typeface="Verdana" panose="020B0604030504040204" pitchFamily="34" charset="0"/>
                <a:ea typeface="Verdana" panose="020B0604030504040204" pitchFamily="34" charset="0"/>
                <a:cs typeface="Verdana" panose="020B0604030504040204" pitchFamily="34" charset="0"/>
              </a:rPr>
              <a:t>1h 15 Min</a:t>
            </a:r>
          </a:p>
        </p:txBody>
      </p:sp>
      <p:pic>
        <p:nvPicPr>
          <p:cNvPr id="9" name="Grafik 8">
            <a:extLst>
              <a:ext uri="{FF2B5EF4-FFF2-40B4-BE49-F238E27FC236}">
                <a16:creationId xmlns:a16="http://schemas.microsoft.com/office/drawing/2014/main" id="{CCB295B1-9D41-01B6-1E20-5196546B45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9789" y="3665567"/>
            <a:ext cx="150973" cy="150973"/>
          </a:xfrm>
          <a:prstGeom prst="rect">
            <a:avLst/>
          </a:prstGeom>
        </p:spPr>
      </p:pic>
      <p:sp>
        <p:nvSpPr>
          <p:cNvPr id="10" name="Abgerundetes Rechteck 9">
            <a:extLst>
              <a:ext uri="{FF2B5EF4-FFF2-40B4-BE49-F238E27FC236}">
                <a16:creationId xmlns:a16="http://schemas.microsoft.com/office/drawing/2014/main" id="{A367F2DE-6141-9807-729D-3B11B7B317CE}"/>
              </a:ext>
            </a:extLst>
          </p:cNvPr>
          <p:cNvSpPr/>
          <p:nvPr/>
        </p:nvSpPr>
        <p:spPr>
          <a:xfrm>
            <a:off x="416597" y="6671360"/>
            <a:ext cx="6984663" cy="630942"/>
          </a:xfrm>
          <a:prstGeom prst="roundRect">
            <a:avLst>
              <a:gd name="adj" fmla="val 2397"/>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ABE95603-E539-D17A-67D8-A4D260C44F99}"/>
              </a:ext>
            </a:extLst>
          </p:cNvPr>
          <p:cNvSpPr txBox="1"/>
          <p:nvPr/>
        </p:nvSpPr>
        <p:spPr>
          <a:xfrm>
            <a:off x="448871" y="6671359"/>
            <a:ext cx="6858556" cy="630942"/>
          </a:xfrm>
          <a:prstGeom prst="rect">
            <a:avLst/>
          </a:prstGeom>
          <a:noFill/>
        </p:spPr>
        <p:txBody>
          <a:bodyPr wrap="square" rtlCol="0">
            <a:spAutoFit/>
          </a:bodyPr>
          <a:lstStyle/>
          <a:p>
            <a:r>
              <a:rPr lang="de-DE" sz="1400" b="1" dirty="0">
                <a:solidFill>
                  <a:srgbClr val="36401F"/>
                </a:solidFill>
                <a:latin typeface="Verdana" panose="020B0604030504040204" pitchFamily="34" charset="0"/>
                <a:ea typeface="Verdana" panose="020B0604030504040204" pitchFamily="34" charset="0"/>
                <a:cs typeface="Verdana" panose="020B0604030504040204" pitchFamily="34" charset="0"/>
              </a:rPr>
              <a:t>Anmerkung</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Das Rezept ist für eine kleine Kastenform. Für eine große Kastenform oder eine </a:t>
            </a:r>
            <a:r>
              <a:rPr lang="de-DE" sz="1050" dirty="0" err="1">
                <a:latin typeface="Verdana" panose="020B0604030504040204" pitchFamily="34" charset="0"/>
                <a:ea typeface="Verdana" panose="020B0604030504040204" pitchFamily="34" charset="0"/>
                <a:cs typeface="Verdana" panose="020B0604030504040204" pitchFamily="34" charset="0"/>
              </a:rPr>
              <a:t>Gugelhupfform</a:t>
            </a:r>
            <a:r>
              <a:rPr lang="de-DE" sz="1050" dirty="0">
                <a:latin typeface="Verdana" panose="020B0604030504040204" pitchFamily="34" charset="0"/>
                <a:ea typeface="Verdana" panose="020B0604030504040204" pitchFamily="34" charset="0"/>
                <a:cs typeface="Verdana" panose="020B0604030504040204" pitchFamily="34" charset="0"/>
              </a:rPr>
              <a:t> werden die Mengenangaben einfach verdoppelt.</a:t>
            </a:r>
          </a:p>
        </p:txBody>
      </p:sp>
      <p:sp>
        <p:nvSpPr>
          <p:cNvPr id="12" name="Abgerundetes Rechteck 11">
            <a:extLst>
              <a:ext uri="{FF2B5EF4-FFF2-40B4-BE49-F238E27FC236}">
                <a16:creationId xmlns:a16="http://schemas.microsoft.com/office/drawing/2014/main" id="{37B6769D-A223-956F-5B9C-7C3453D6B4D6}"/>
              </a:ext>
            </a:extLst>
          </p:cNvPr>
          <p:cNvSpPr/>
          <p:nvPr/>
        </p:nvSpPr>
        <p:spPr>
          <a:xfrm>
            <a:off x="4699241" y="3610499"/>
            <a:ext cx="1341757" cy="261610"/>
          </a:xfrm>
          <a:prstGeom prst="roundRect">
            <a:avLst>
              <a:gd name="adj" fmla="val 37381"/>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Textfeld 12">
            <a:extLst>
              <a:ext uri="{FF2B5EF4-FFF2-40B4-BE49-F238E27FC236}">
                <a16:creationId xmlns:a16="http://schemas.microsoft.com/office/drawing/2014/main" id="{C3FEBE7B-4C51-4021-6C2A-C5B5A37654ED}"/>
              </a:ext>
            </a:extLst>
          </p:cNvPr>
          <p:cNvSpPr txBox="1"/>
          <p:nvPr/>
        </p:nvSpPr>
        <p:spPr>
          <a:xfrm>
            <a:off x="4935721" y="3610499"/>
            <a:ext cx="1180342" cy="253916"/>
          </a:xfrm>
          <a:prstGeom prst="rect">
            <a:avLst/>
          </a:prstGeom>
          <a:noFill/>
        </p:spPr>
        <p:txBody>
          <a:bodyPr wrap="square" rtlCol="0">
            <a:spAutoFit/>
          </a:bodyPr>
          <a:lstStyle/>
          <a:p>
            <a:r>
              <a:rPr lang="de-DE" sz="1050" dirty="0">
                <a:latin typeface="Verdana" panose="020B0604030504040204" pitchFamily="34" charset="0"/>
                <a:ea typeface="Verdana" panose="020B0604030504040204" pitchFamily="34" charset="0"/>
                <a:cs typeface="Verdana" panose="020B0604030504040204" pitchFamily="34" charset="0"/>
              </a:rPr>
              <a:t>1 Kuchenform</a:t>
            </a:r>
          </a:p>
        </p:txBody>
      </p:sp>
      <p:pic>
        <p:nvPicPr>
          <p:cNvPr id="14" name="Grafik 13">
            <a:extLst>
              <a:ext uri="{FF2B5EF4-FFF2-40B4-BE49-F238E27FC236}">
                <a16:creationId xmlns:a16="http://schemas.microsoft.com/office/drawing/2014/main" id="{E57591CE-3797-CEF6-E344-A15D3A9DD88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91368" y="3665928"/>
            <a:ext cx="135450" cy="154800"/>
          </a:xfrm>
          <a:prstGeom prst="rect">
            <a:avLst/>
          </a:prstGeom>
        </p:spPr>
      </p:pic>
      <p:pic>
        <p:nvPicPr>
          <p:cNvPr id="15" name="Grafik 14">
            <a:extLst>
              <a:ext uri="{FF2B5EF4-FFF2-40B4-BE49-F238E27FC236}">
                <a16:creationId xmlns:a16="http://schemas.microsoft.com/office/drawing/2014/main" id="{BF5D4DDB-4259-7229-415B-C924D380EB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99242" y="711645"/>
            <a:ext cx="2702018" cy="2692470"/>
          </a:xfrm>
          <a:prstGeom prst="rect">
            <a:avLst/>
          </a:prstGeom>
        </p:spPr>
      </p:pic>
    </p:spTree>
    <p:extLst>
      <p:ext uri="{BB962C8B-B14F-4D97-AF65-F5344CB8AC3E}">
        <p14:creationId xmlns:p14="http://schemas.microsoft.com/office/powerpoint/2010/main" val="4024234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4EC91233-9897-53F3-E96E-B5D62FAB4916}"/>
              </a:ext>
            </a:extLst>
          </p:cNvPr>
          <p:cNvSpPr txBox="1"/>
          <p:nvPr/>
        </p:nvSpPr>
        <p:spPr>
          <a:xfrm>
            <a:off x="448871" y="287303"/>
            <a:ext cx="3732903" cy="1138773"/>
          </a:xfrm>
          <a:prstGeom prst="rect">
            <a:avLst/>
          </a:prstGeom>
          <a:noFill/>
        </p:spPr>
        <p:txBody>
          <a:bodyPr wrap="square" rtlCol="0">
            <a:spAutoFit/>
          </a:bodyPr>
          <a:lstStyle/>
          <a:p>
            <a:r>
              <a:rPr lang="de-DE" sz="3200" dirty="0">
                <a:solidFill>
                  <a:srgbClr val="36401F"/>
                </a:solidFill>
                <a:latin typeface="Salsa" panose="02000503060000020004" pitchFamily="2" charset="77"/>
              </a:rPr>
              <a:t>Brownies</a:t>
            </a:r>
          </a:p>
          <a:p>
            <a:endParaRPr lang="de-DE" sz="1200" dirty="0"/>
          </a:p>
          <a:p>
            <a:r>
              <a:rPr lang="de-DE" sz="1200" dirty="0">
                <a:latin typeface="Verdana" panose="020B0604030504040204" pitchFamily="34" charset="0"/>
                <a:ea typeface="Verdana" panose="020B0604030504040204" pitchFamily="34" charset="0"/>
                <a:cs typeface="Verdana" panose="020B0604030504040204" pitchFamily="34" charset="0"/>
              </a:rPr>
              <a:t>Die Brownies sind super saftig und schokoladig. Mehr Schokolade geht kaum!</a:t>
            </a:r>
          </a:p>
        </p:txBody>
      </p:sp>
      <p:sp>
        <p:nvSpPr>
          <p:cNvPr id="3" name="Textfeld 2">
            <a:extLst>
              <a:ext uri="{FF2B5EF4-FFF2-40B4-BE49-F238E27FC236}">
                <a16:creationId xmlns:a16="http://schemas.microsoft.com/office/drawing/2014/main" id="{CCF381E1-19EF-DBD9-D4F4-E27E02C762E8}"/>
              </a:ext>
            </a:extLst>
          </p:cNvPr>
          <p:cNvSpPr txBox="1"/>
          <p:nvPr/>
        </p:nvSpPr>
        <p:spPr>
          <a:xfrm>
            <a:off x="448871" y="2302842"/>
            <a:ext cx="3125653" cy="1646605"/>
          </a:xfrm>
          <a:prstGeom prst="rect">
            <a:avLst/>
          </a:prstGeom>
          <a:noFill/>
        </p:spPr>
        <p:txBody>
          <a:bodyPr wrap="square" rtlCol="0">
            <a:spAutoFit/>
          </a:bodyPr>
          <a:lstStyle/>
          <a:p>
            <a:r>
              <a:rPr lang="de-DE" sz="1300" b="1" dirty="0">
                <a:solidFill>
                  <a:srgbClr val="36401F"/>
                </a:solidFill>
                <a:latin typeface="Verdana" panose="020B0604030504040204" pitchFamily="34" charset="0"/>
                <a:ea typeface="Verdana" panose="020B0604030504040204" pitchFamily="34" charset="0"/>
                <a:cs typeface="Verdana" panose="020B0604030504040204" pitchFamily="34" charset="0"/>
              </a:rPr>
              <a:t>Zutaten</a:t>
            </a:r>
          </a:p>
          <a:p>
            <a:r>
              <a:rPr lang="de-DE" sz="1100" dirty="0">
                <a:latin typeface="Verdana" panose="020B0604030504040204" pitchFamily="34" charset="0"/>
                <a:ea typeface="Verdana" panose="020B0604030504040204" pitchFamily="34" charset="0"/>
                <a:cs typeface="Verdana" panose="020B0604030504040204" pitchFamily="34" charset="0"/>
              </a:rPr>
              <a:t>100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Butter</a:t>
            </a:r>
          </a:p>
          <a:p>
            <a:r>
              <a:rPr lang="de-DE" sz="1100" dirty="0">
                <a:latin typeface="Verdana" panose="020B0604030504040204" pitchFamily="34" charset="0"/>
                <a:ea typeface="Verdana" panose="020B0604030504040204" pitchFamily="34" charset="0"/>
                <a:cs typeface="Verdana" panose="020B0604030504040204" pitchFamily="34" charset="0"/>
              </a:rPr>
              <a:t>1 Tafel Zartbitterschokolade</a:t>
            </a:r>
          </a:p>
          <a:p>
            <a:r>
              <a:rPr lang="de-DE" sz="1100" dirty="0">
                <a:latin typeface="Verdana" panose="020B0604030504040204" pitchFamily="34" charset="0"/>
                <a:ea typeface="Verdana" panose="020B0604030504040204" pitchFamily="34" charset="0"/>
                <a:cs typeface="Verdana" panose="020B0604030504040204" pitchFamily="34" charset="0"/>
              </a:rPr>
              <a:t>40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Zucker</a:t>
            </a:r>
          </a:p>
          <a:p>
            <a:r>
              <a:rPr lang="de-DE" sz="1100" dirty="0">
                <a:latin typeface="Verdana" panose="020B0604030504040204" pitchFamily="34" charset="0"/>
                <a:ea typeface="Verdana" panose="020B0604030504040204" pitchFamily="34" charset="0"/>
                <a:cs typeface="Verdana" panose="020B0604030504040204" pitchFamily="34" charset="0"/>
              </a:rPr>
              <a:t>120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brauner Zucker</a:t>
            </a:r>
          </a:p>
          <a:p>
            <a:r>
              <a:rPr lang="de-DE" sz="1100" dirty="0">
                <a:latin typeface="Verdana" panose="020B0604030504040204" pitchFamily="34" charset="0"/>
                <a:ea typeface="Verdana" panose="020B0604030504040204" pitchFamily="34" charset="0"/>
                <a:cs typeface="Verdana" panose="020B0604030504040204" pitchFamily="34" charset="0"/>
              </a:rPr>
              <a:t>2 Eier + 1 Eigelb</a:t>
            </a:r>
          </a:p>
          <a:p>
            <a:r>
              <a:rPr lang="de-DE" sz="1100" dirty="0">
                <a:latin typeface="Verdana" panose="020B0604030504040204" pitchFamily="34" charset="0"/>
                <a:ea typeface="Verdana" panose="020B0604030504040204" pitchFamily="34" charset="0"/>
                <a:cs typeface="Verdana" panose="020B0604030504040204" pitchFamily="34" charset="0"/>
              </a:rPr>
              <a:t>80 </a:t>
            </a:r>
            <a:r>
              <a:rPr lang="de-DE" sz="1100" dirty="0" err="1">
                <a:latin typeface="Verdana" panose="020B0604030504040204" pitchFamily="34" charset="0"/>
                <a:ea typeface="Verdana" panose="020B0604030504040204" pitchFamily="34" charset="0"/>
                <a:cs typeface="Verdana" panose="020B0604030504040204" pitchFamily="34" charset="0"/>
              </a:rPr>
              <a:t>g</a:t>
            </a:r>
            <a:r>
              <a:rPr lang="de-DE" sz="1100" dirty="0">
                <a:latin typeface="Verdana" panose="020B0604030504040204" pitchFamily="34" charset="0"/>
                <a:ea typeface="Verdana" panose="020B0604030504040204" pitchFamily="34" charset="0"/>
                <a:cs typeface="Verdana" panose="020B0604030504040204" pitchFamily="34" charset="0"/>
              </a:rPr>
              <a:t> Mehl</a:t>
            </a:r>
          </a:p>
          <a:p>
            <a:r>
              <a:rPr lang="de-DE" sz="1100" dirty="0">
                <a:latin typeface="Verdana" panose="020B0604030504040204" pitchFamily="34" charset="0"/>
                <a:ea typeface="Verdana" panose="020B0604030504040204" pitchFamily="34" charset="0"/>
                <a:cs typeface="Verdana" panose="020B0604030504040204" pitchFamily="34" charset="0"/>
              </a:rPr>
              <a:t>3 EL Backkakao</a:t>
            </a:r>
          </a:p>
          <a:p>
            <a:r>
              <a:rPr lang="de-DE" sz="1100" dirty="0">
                <a:latin typeface="Verdana" panose="020B0604030504040204" pitchFamily="34" charset="0"/>
                <a:ea typeface="Verdana" panose="020B0604030504040204" pitchFamily="34" charset="0"/>
                <a:cs typeface="Verdana" panose="020B0604030504040204" pitchFamily="34" charset="0"/>
              </a:rPr>
              <a:t>1 Prise Salz</a:t>
            </a:r>
          </a:p>
        </p:txBody>
      </p:sp>
      <p:sp>
        <p:nvSpPr>
          <p:cNvPr id="5" name="Textfeld 4">
            <a:extLst>
              <a:ext uri="{FF2B5EF4-FFF2-40B4-BE49-F238E27FC236}">
                <a16:creationId xmlns:a16="http://schemas.microsoft.com/office/drawing/2014/main" id="{69AFAD1C-DCD5-86DD-735E-E8AFE70D30B1}"/>
              </a:ext>
            </a:extLst>
          </p:cNvPr>
          <p:cNvSpPr txBox="1"/>
          <p:nvPr/>
        </p:nvSpPr>
        <p:spPr>
          <a:xfrm>
            <a:off x="448871" y="4107105"/>
            <a:ext cx="6858556" cy="1831271"/>
          </a:xfrm>
          <a:prstGeom prst="rect">
            <a:avLst/>
          </a:prstGeom>
          <a:noFill/>
        </p:spPr>
        <p:txBody>
          <a:bodyPr wrap="square" rtlCol="0">
            <a:spAutoFit/>
          </a:bodyPr>
          <a:lstStyle/>
          <a:p>
            <a:r>
              <a:rPr lang="de-DE" sz="1400" b="1" dirty="0">
                <a:solidFill>
                  <a:srgbClr val="36401F"/>
                </a:solidFill>
                <a:latin typeface="Verdana" panose="020B0604030504040204" pitchFamily="34" charset="0"/>
                <a:ea typeface="Verdana" panose="020B0604030504040204" pitchFamily="34" charset="0"/>
                <a:cs typeface="Verdana" panose="020B0604030504040204" pitchFamily="34" charset="0"/>
              </a:rPr>
              <a:t>Zubereitung</a:t>
            </a: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Vorbereitung</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Den Backofen auf 160 °C Umluft vorheizen. Eine flache Form mit Backpapier auskleiden.</a:t>
            </a:r>
            <a:endParaRPr lang="de-DE" sz="1100" dirty="0">
              <a:latin typeface="Verdana" panose="020B0604030504040204" pitchFamily="34" charset="0"/>
              <a:ea typeface="Verdana" panose="020B0604030504040204" pitchFamily="34" charset="0"/>
              <a:cs typeface="Verdana" panose="020B0604030504040204" pitchFamily="34" charset="0"/>
            </a:endParaRP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Teig</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Die Schokolade und Butter in einem Wasserbad schmelzen. </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Den Zucker und braunen Zucker zugeben und gut verrühren. </a:t>
            </a:r>
          </a:p>
          <a:p>
            <a:pPr marL="180975"/>
            <a:r>
              <a:rPr lang="de-DE" sz="1050" dirty="0">
                <a:latin typeface="Verdana" panose="020B0604030504040204" pitchFamily="34" charset="0"/>
                <a:ea typeface="Verdana" panose="020B0604030504040204" pitchFamily="34" charset="0"/>
                <a:cs typeface="Verdana" panose="020B0604030504040204" pitchFamily="34" charset="0"/>
              </a:rPr>
              <a:t>Eier und Eigelb untermengen. Mehl, Backkakao und Salz zugeben und gut verrühren.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Den Teig in die Form geben.</a:t>
            </a:r>
            <a:endParaRPr lang="de-DE" sz="1100" dirty="0">
              <a:latin typeface="Verdana" panose="020B0604030504040204" pitchFamily="34" charset="0"/>
              <a:ea typeface="Verdana" panose="020B0604030504040204" pitchFamily="34" charset="0"/>
              <a:cs typeface="Verdana" panose="020B0604030504040204" pitchFamily="34" charset="0"/>
            </a:endParaRPr>
          </a:p>
          <a:p>
            <a:r>
              <a:rPr lang="de-DE" sz="1200" b="1" dirty="0">
                <a:solidFill>
                  <a:srgbClr val="36401F"/>
                </a:solidFill>
                <a:latin typeface="Verdana" panose="020B0604030504040204" pitchFamily="34" charset="0"/>
                <a:ea typeface="Verdana" panose="020B0604030504040204" pitchFamily="34" charset="0"/>
                <a:cs typeface="Verdana" panose="020B0604030504040204" pitchFamily="34" charset="0"/>
              </a:rPr>
              <a:t>Backen</a:t>
            </a:r>
          </a:p>
          <a:p>
            <a:pPr marL="180975"/>
            <a:r>
              <a:rPr lang="de-DE" sz="1050" dirty="0">
                <a:latin typeface="Verdana" panose="020B0604030504040204" pitchFamily="34" charset="0"/>
                <a:ea typeface="Verdana" panose="020B0604030504040204" pitchFamily="34" charset="0"/>
                <a:cs typeface="Verdana" panose="020B0604030504040204" pitchFamily="34" charset="0"/>
              </a:rPr>
              <a:t>Die Brownies für 20 Minuten backen. Etwas abkühlen lassen.</a:t>
            </a:r>
          </a:p>
        </p:txBody>
      </p:sp>
      <p:sp>
        <p:nvSpPr>
          <p:cNvPr id="6" name="Abgerundetes Rechteck 5">
            <a:extLst>
              <a:ext uri="{FF2B5EF4-FFF2-40B4-BE49-F238E27FC236}">
                <a16:creationId xmlns:a16="http://schemas.microsoft.com/office/drawing/2014/main" id="{B7728644-EC91-6EB9-8A7C-03281E7A25C1}"/>
              </a:ext>
            </a:extLst>
          </p:cNvPr>
          <p:cNvSpPr/>
          <p:nvPr/>
        </p:nvSpPr>
        <p:spPr>
          <a:xfrm>
            <a:off x="416597" y="4107105"/>
            <a:ext cx="6984663" cy="1831271"/>
          </a:xfrm>
          <a:prstGeom prst="roundRect">
            <a:avLst>
              <a:gd name="adj" fmla="val 2397"/>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Abgerundetes Rechteck 7">
            <a:extLst>
              <a:ext uri="{FF2B5EF4-FFF2-40B4-BE49-F238E27FC236}">
                <a16:creationId xmlns:a16="http://schemas.microsoft.com/office/drawing/2014/main" id="{7D6F75CE-314A-DFF2-B3AE-D39838B7230F}"/>
              </a:ext>
            </a:extLst>
          </p:cNvPr>
          <p:cNvSpPr/>
          <p:nvPr/>
        </p:nvSpPr>
        <p:spPr>
          <a:xfrm>
            <a:off x="416596" y="2259809"/>
            <a:ext cx="3157927" cy="1689637"/>
          </a:xfrm>
          <a:prstGeom prst="roundRect">
            <a:avLst>
              <a:gd name="adj" fmla="val 2397"/>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Abgerundetes Rechteck 3">
            <a:extLst>
              <a:ext uri="{FF2B5EF4-FFF2-40B4-BE49-F238E27FC236}">
                <a16:creationId xmlns:a16="http://schemas.microsoft.com/office/drawing/2014/main" id="{66458A64-8461-F22C-78E1-04DD0CBC7438}"/>
              </a:ext>
            </a:extLst>
          </p:cNvPr>
          <p:cNvSpPr/>
          <p:nvPr/>
        </p:nvSpPr>
        <p:spPr>
          <a:xfrm>
            <a:off x="6220918" y="3687836"/>
            <a:ext cx="1180342" cy="261610"/>
          </a:xfrm>
          <a:prstGeom prst="roundRect">
            <a:avLst>
              <a:gd name="adj" fmla="val 37381"/>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A7C194B6-DF98-B4B3-158E-6E64633660BF}"/>
              </a:ext>
            </a:extLst>
          </p:cNvPr>
          <p:cNvSpPr txBox="1"/>
          <p:nvPr/>
        </p:nvSpPr>
        <p:spPr>
          <a:xfrm>
            <a:off x="6460762" y="3687836"/>
            <a:ext cx="940498" cy="253916"/>
          </a:xfrm>
          <a:prstGeom prst="rect">
            <a:avLst/>
          </a:prstGeom>
          <a:noFill/>
        </p:spPr>
        <p:txBody>
          <a:bodyPr wrap="square" rtlCol="0">
            <a:spAutoFit/>
          </a:bodyPr>
          <a:lstStyle/>
          <a:p>
            <a:r>
              <a:rPr lang="de-DE" sz="1050" dirty="0">
                <a:latin typeface="Verdana" panose="020B0604030504040204" pitchFamily="34" charset="0"/>
                <a:ea typeface="Verdana" panose="020B0604030504040204" pitchFamily="34" charset="0"/>
                <a:cs typeface="Verdana" panose="020B0604030504040204" pitchFamily="34" charset="0"/>
              </a:rPr>
              <a:t>50 Minuten</a:t>
            </a:r>
          </a:p>
        </p:txBody>
      </p:sp>
      <p:pic>
        <p:nvPicPr>
          <p:cNvPr id="9" name="Grafik 8">
            <a:extLst>
              <a:ext uri="{FF2B5EF4-FFF2-40B4-BE49-F238E27FC236}">
                <a16:creationId xmlns:a16="http://schemas.microsoft.com/office/drawing/2014/main" id="{C2721B5C-6E3F-5940-3261-1E05961A94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9789" y="3739307"/>
            <a:ext cx="150973" cy="150973"/>
          </a:xfrm>
          <a:prstGeom prst="rect">
            <a:avLst/>
          </a:prstGeom>
        </p:spPr>
      </p:pic>
      <p:sp>
        <p:nvSpPr>
          <p:cNvPr id="10" name="Abgerundetes Rechteck 9">
            <a:extLst>
              <a:ext uri="{FF2B5EF4-FFF2-40B4-BE49-F238E27FC236}">
                <a16:creationId xmlns:a16="http://schemas.microsoft.com/office/drawing/2014/main" id="{2E01C76F-2A9B-592F-3AB5-BC41BADD3A84}"/>
              </a:ext>
            </a:extLst>
          </p:cNvPr>
          <p:cNvSpPr/>
          <p:nvPr/>
        </p:nvSpPr>
        <p:spPr>
          <a:xfrm>
            <a:off x="5100114" y="3687836"/>
            <a:ext cx="973195" cy="261610"/>
          </a:xfrm>
          <a:prstGeom prst="roundRect">
            <a:avLst>
              <a:gd name="adj" fmla="val 37381"/>
            </a:avLst>
          </a:prstGeom>
          <a:no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5E470C86-C9FD-6B29-D25A-2341B5F81639}"/>
              </a:ext>
            </a:extLst>
          </p:cNvPr>
          <p:cNvSpPr txBox="1"/>
          <p:nvPr/>
        </p:nvSpPr>
        <p:spPr>
          <a:xfrm>
            <a:off x="5336594" y="3687836"/>
            <a:ext cx="973195" cy="253916"/>
          </a:xfrm>
          <a:prstGeom prst="rect">
            <a:avLst/>
          </a:prstGeom>
          <a:noFill/>
        </p:spPr>
        <p:txBody>
          <a:bodyPr wrap="square" rtlCol="0">
            <a:spAutoFit/>
          </a:bodyPr>
          <a:lstStyle/>
          <a:p>
            <a:r>
              <a:rPr lang="de-DE" sz="1050" dirty="0">
                <a:latin typeface="Verdana" panose="020B0604030504040204" pitchFamily="34" charset="0"/>
                <a:ea typeface="Verdana" panose="020B0604030504040204" pitchFamily="34" charset="0"/>
                <a:cs typeface="Verdana" panose="020B0604030504040204" pitchFamily="34" charset="0"/>
              </a:rPr>
              <a:t>10 Stück</a:t>
            </a:r>
          </a:p>
        </p:txBody>
      </p:sp>
      <p:pic>
        <p:nvPicPr>
          <p:cNvPr id="12" name="Grafik 11">
            <a:extLst>
              <a:ext uri="{FF2B5EF4-FFF2-40B4-BE49-F238E27FC236}">
                <a16:creationId xmlns:a16="http://schemas.microsoft.com/office/drawing/2014/main" id="{7CB72C6C-B06A-6574-6632-C805044A8AD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92241" y="3743265"/>
            <a:ext cx="135450" cy="154800"/>
          </a:xfrm>
          <a:prstGeom prst="rect">
            <a:avLst/>
          </a:prstGeom>
        </p:spPr>
      </p:pic>
      <p:pic>
        <p:nvPicPr>
          <p:cNvPr id="13" name="Grafik 12">
            <a:extLst>
              <a:ext uri="{FF2B5EF4-FFF2-40B4-BE49-F238E27FC236}">
                <a16:creationId xmlns:a16="http://schemas.microsoft.com/office/drawing/2014/main" id="{B075B1F9-8D43-4667-7036-3D37E00D06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08186" y="846619"/>
            <a:ext cx="2693073" cy="2683557"/>
          </a:xfrm>
          <a:prstGeom prst="rect">
            <a:avLst/>
          </a:prstGeom>
        </p:spPr>
      </p:pic>
    </p:spTree>
    <p:extLst>
      <p:ext uri="{BB962C8B-B14F-4D97-AF65-F5344CB8AC3E}">
        <p14:creationId xmlns:p14="http://schemas.microsoft.com/office/powerpoint/2010/main" val="2754973439"/>
      </p:ext>
    </p:extLst>
  </p:cSld>
  <p:clrMapOvr>
    <a:masterClrMapping/>
  </p:clrMapOvr>
</p:sld>
</file>

<file path=ppt/theme/theme1.xml><?xml version="1.0" encoding="utf-8"?>
<a:theme xmlns:a="http://schemas.openxmlformats.org/drawingml/2006/main" name="1_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07268BAF-8458-4864-B282-09648FA2D523}" vid="{A0790670-9A9C-4E85-9240-A69268CFD977}"/>
    </a:ext>
  </a:extLst>
</a:theme>
</file>

<file path=docProps/app.xml><?xml version="1.0" encoding="utf-8"?>
<Properties xmlns="http://schemas.openxmlformats.org/officeDocument/2006/extended-properties" xmlns:vt="http://schemas.openxmlformats.org/officeDocument/2006/docPropsVTypes">
  <Template>A4-Vollformat</Template>
  <TotalTime>0</TotalTime>
  <Words>1588</Words>
  <Application>Microsoft Macintosh PowerPoint</Application>
  <PresentationFormat>Benutzerdefiniert</PresentationFormat>
  <Paragraphs>220</Paragraphs>
  <Slides>8</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8</vt:i4>
      </vt:variant>
    </vt:vector>
  </HeadingPairs>
  <TitlesOfParts>
    <vt:vector size="14" baseType="lpstr">
      <vt:lpstr>Arial</vt:lpstr>
      <vt:lpstr>Calibri</vt:lpstr>
      <vt:lpstr>Calibri Light</vt:lpstr>
      <vt:lpstr>Salsa</vt:lpstr>
      <vt:lpstr>Verdana</vt:lpstr>
      <vt:lpstr>1_Office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SvenGabi</dc:creator>
  <cp:lastModifiedBy>Klara Kaden</cp:lastModifiedBy>
  <cp:revision>73</cp:revision>
  <cp:lastPrinted>2020-07-13T18:47:09Z</cp:lastPrinted>
  <dcterms:created xsi:type="dcterms:W3CDTF">2020-02-19T20:13:23Z</dcterms:created>
  <dcterms:modified xsi:type="dcterms:W3CDTF">2024-08-30T09:38:52Z</dcterms:modified>
</cp:coreProperties>
</file>